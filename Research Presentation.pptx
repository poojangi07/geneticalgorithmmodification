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8" r:id="rId3"/>
    <p:sldId id="259" r:id="rId4"/>
    <p:sldId id="264" r:id="rId5"/>
    <p:sldId id="270" r:id="rId6"/>
    <p:sldId id="273" r:id="rId7"/>
    <p:sldId id="261" r:id="rId8"/>
    <p:sldId id="265" r:id="rId9"/>
    <p:sldId id="266" r:id="rId10"/>
    <p:sldId id="267" r:id="rId11"/>
    <p:sldId id="268" r:id="rId12"/>
    <p:sldId id="269" r:id="rId13"/>
    <p:sldId id="263" r:id="rId14"/>
    <p:sldId id="271" r:id="rId15"/>
    <p:sldId id="274" r:id="rId16"/>
    <p:sldId id="275" r:id="rId17"/>
  </p:sldIdLst>
  <p:sldSz cx="10058400" cy="7772400"/>
  <p:notesSz cx="6858000" cy="9144000"/>
  <p:embeddedFontLst>
    <p:embeddedFont>
      <p:font typeface="Calibri" panose="020F0502020204030204" pitchFamily="34"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Roboto Slab" panose="020B060402020202020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1555" y="43"/>
      </p:cViewPr>
      <p:guideLst>
        <p:guide orient="horz" pos="2448"/>
        <p:guide pos="31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FC5041-322F-4A4B-BD7E-A3A17628EAEE}" type="doc">
      <dgm:prSet loTypeId="urn:microsoft.com/office/officeart/2008/layout/LinedList" loCatId="list" qsTypeId="urn:microsoft.com/office/officeart/2005/8/quickstyle/simple1" qsCatId="simple" csTypeId="urn:microsoft.com/office/officeart/2005/8/colors/accent3_3" csCatId="accent3" phldr="1"/>
      <dgm:spPr/>
      <dgm:t>
        <a:bodyPr/>
        <a:lstStyle/>
        <a:p>
          <a:endParaRPr lang="en-IN"/>
        </a:p>
      </dgm:t>
    </dgm:pt>
    <dgm:pt modelId="{CC1FC662-3544-4002-ACAB-E8F35DF51F78}">
      <dgm:prSet phldrT="[Text]"/>
      <dgm:spPr/>
      <dgm:t>
        <a:bodyPr/>
        <a:lstStyle/>
        <a:p>
          <a:r>
            <a:rPr lang="en-IN" b="1" dirty="0">
              <a:solidFill>
                <a:schemeClr val="bg1">
                  <a:lumMod val="75000"/>
                </a:schemeClr>
              </a:solidFill>
            </a:rPr>
            <a:t>New Thought Creation</a:t>
          </a:r>
        </a:p>
      </dgm:t>
    </dgm:pt>
    <dgm:pt modelId="{8E979381-939B-4AF5-87A6-EA05B3327098}" type="parTrans" cxnId="{723DE745-6230-42AB-B526-681850FA70D2}">
      <dgm:prSet/>
      <dgm:spPr/>
      <dgm:t>
        <a:bodyPr/>
        <a:lstStyle/>
        <a:p>
          <a:endParaRPr lang="en-IN"/>
        </a:p>
      </dgm:t>
    </dgm:pt>
    <dgm:pt modelId="{9CE4D267-022B-4675-8948-F8C2F4C83E46}" type="sibTrans" cxnId="{723DE745-6230-42AB-B526-681850FA70D2}">
      <dgm:prSet/>
      <dgm:spPr/>
      <dgm:t>
        <a:bodyPr/>
        <a:lstStyle/>
        <a:p>
          <a:endParaRPr lang="en-IN"/>
        </a:p>
      </dgm:t>
    </dgm:pt>
    <dgm:pt modelId="{478135F2-2EB2-42E6-9880-46DEB8376AE9}">
      <dgm:prSet phldrT="[Text]" custT="1"/>
      <dgm:spPr/>
      <dgm:t>
        <a:bodyPr/>
        <a:lstStyle/>
        <a:p>
          <a:r>
            <a:rPr lang="en-IN" sz="2400" dirty="0">
              <a:solidFill>
                <a:srgbClr val="00B0F0"/>
              </a:solidFill>
              <a:latin typeface="Calibri" panose="020F0502020204030204" pitchFamily="34" charset="0"/>
              <a:cs typeface="Calibri" panose="020F0502020204030204" pitchFamily="34" charset="0"/>
            </a:rPr>
            <a:t>Initialization</a:t>
          </a:r>
          <a:r>
            <a:rPr lang="en-IN" sz="2400" dirty="0">
              <a:solidFill>
                <a:srgbClr val="000000"/>
              </a:solidFill>
              <a:latin typeface="Calibri" panose="020F0502020204030204" pitchFamily="34" charset="0"/>
              <a:cs typeface="Calibri" panose="020F0502020204030204" pitchFamily="34" charset="0"/>
            </a:rPr>
            <a:t>: </a:t>
          </a:r>
          <a:r>
            <a:rPr lang="en-IN" sz="1800" dirty="0">
              <a:solidFill>
                <a:srgbClr val="000000"/>
              </a:solidFill>
              <a:latin typeface="Calibri" panose="020F0502020204030204" pitchFamily="34" charset="0"/>
              <a:cs typeface="Calibri" panose="020F0502020204030204" pitchFamily="34" charset="0"/>
            </a:rPr>
            <a:t>New thought creation based on state of mind, etc.</a:t>
          </a:r>
          <a:endParaRPr lang="en-IN" sz="2400" dirty="0">
            <a:solidFill>
              <a:srgbClr val="000000"/>
            </a:solidFill>
            <a:latin typeface="Calibri" panose="020F0502020204030204" pitchFamily="34" charset="0"/>
            <a:cs typeface="Calibri" panose="020F0502020204030204" pitchFamily="34" charset="0"/>
          </a:endParaRPr>
        </a:p>
      </dgm:t>
    </dgm:pt>
    <dgm:pt modelId="{D44E4D8B-0DB7-4BC4-84EA-4020039FB7BA}" type="parTrans" cxnId="{E070DEF2-F5FA-46DA-8581-3E00F96BA7C4}">
      <dgm:prSet/>
      <dgm:spPr/>
      <dgm:t>
        <a:bodyPr/>
        <a:lstStyle/>
        <a:p>
          <a:endParaRPr lang="en-IN"/>
        </a:p>
      </dgm:t>
    </dgm:pt>
    <dgm:pt modelId="{951285C0-D892-49C8-8478-F52FF5C992BD}" type="sibTrans" cxnId="{E070DEF2-F5FA-46DA-8581-3E00F96BA7C4}">
      <dgm:prSet/>
      <dgm:spPr/>
      <dgm:t>
        <a:bodyPr/>
        <a:lstStyle/>
        <a:p>
          <a:endParaRPr lang="en-IN"/>
        </a:p>
      </dgm:t>
    </dgm:pt>
    <dgm:pt modelId="{5288253C-FB27-428D-B90E-36DF79936D76}">
      <dgm:prSet phldrT="[Text]" custT="1"/>
      <dgm:spPr/>
      <dgm:t>
        <a:bodyPr/>
        <a:lstStyle/>
        <a:p>
          <a:r>
            <a:rPr lang="en-IN" sz="2400" dirty="0">
              <a:solidFill>
                <a:srgbClr val="00B0F0"/>
              </a:solidFill>
              <a:latin typeface="Calibri" panose="020F0502020204030204" pitchFamily="34" charset="0"/>
              <a:cs typeface="Calibri" panose="020F0502020204030204" pitchFamily="34" charset="0"/>
            </a:rPr>
            <a:t>Mutation</a:t>
          </a:r>
          <a:r>
            <a:rPr lang="en-IN" sz="2400" dirty="0">
              <a:solidFill>
                <a:srgbClr val="000000"/>
              </a:solidFill>
              <a:latin typeface="Calibri" panose="020F0502020204030204" pitchFamily="34" charset="0"/>
              <a:cs typeface="Calibri" panose="020F0502020204030204" pitchFamily="34" charset="0"/>
            </a:rPr>
            <a:t>: </a:t>
          </a:r>
          <a:r>
            <a:rPr lang="en-IN" sz="1800" dirty="0">
              <a:solidFill>
                <a:srgbClr val="000000"/>
              </a:solidFill>
              <a:latin typeface="Calibri" panose="020F0502020204030204" pitchFamily="34" charset="0"/>
              <a:cs typeface="Calibri" panose="020F0502020204030204" pitchFamily="34" charset="0"/>
            </a:rPr>
            <a:t>Linking from previous thoughts</a:t>
          </a:r>
          <a:endParaRPr lang="en-IN" sz="2400" dirty="0">
            <a:solidFill>
              <a:srgbClr val="000000"/>
            </a:solidFill>
            <a:latin typeface="Calibri" panose="020F0502020204030204" pitchFamily="34" charset="0"/>
            <a:cs typeface="Calibri" panose="020F0502020204030204" pitchFamily="34" charset="0"/>
          </a:endParaRPr>
        </a:p>
      </dgm:t>
    </dgm:pt>
    <dgm:pt modelId="{77B14B9B-85D9-4055-ADDA-E400DA3CA3F4}" type="parTrans" cxnId="{1B0F2C37-C11D-4CF6-9554-26377033A2D3}">
      <dgm:prSet/>
      <dgm:spPr/>
      <dgm:t>
        <a:bodyPr/>
        <a:lstStyle/>
        <a:p>
          <a:endParaRPr lang="en-IN"/>
        </a:p>
      </dgm:t>
    </dgm:pt>
    <dgm:pt modelId="{96E3B0BE-4669-4B33-8738-3C98F44139F8}" type="sibTrans" cxnId="{1B0F2C37-C11D-4CF6-9554-26377033A2D3}">
      <dgm:prSet/>
      <dgm:spPr/>
      <dgm:t>
        <a:bodyPr/>
        <a:lstStyle/>
        <a:p>
          <a:endParaRPr lang="en-IN"/>
        </a:p>
      </dgm:t>
    </dgm:pt>
    <dgm:pt modelId="{DE46A73C-59A6-4994-99BF-E6D4A794745F}">
      <dgm:prSet phldrT="[Text]" custT="1"/>
      <dgm:spPr/>
      <dgm:t>
        <a:bodyPr/>
        <a:lstStyle/>
        <a:p>
          <a:r>
            <a:rPr lang="en-IN" sz="2400" dirty="0">
              <a:solidFill>
                <a:srgbClr val="00B0F0"/>
              </a:solidFill>
              <a:latin typeface="Calibri" panose="020F0502020204030204" pitchFamily="34" charset="0"/>
              <a:cs typeface="Calibri" panose="020F0502020204030204" pitchFamily="34" charset="0"/>
            </a:rPr>
            <a:t>Elitism</a:t>
          </a:r>
          <a:r>
            <a:rPr lang="en-IN" sz="2400" dirty="0">
              <a:solidFill>
                <a:srgbClr val="000000"/>
              </a:solidFill>
              <a:latin typeface="Calibri" panose="020F0502020204030204" pitchFamily="34" charset="0"/>
              <a:cs typeface="Calibri" panose="020F0502020204030204" pitchFamily="34" charset="0"/>
            </a:rPr>
            <a:t>: </a:t>
          </a:r>
          <a:r>
            <a:rPr lang="en-IN" sz="1800" dirty="0">
              <a:solidFill>
                <a:srgbClr val="000000"/>
              </a:solidFill>
              <a:latin typeface="Calibri" panose="020F0502020204030204" pitchFamily="34" charset="0"/>
              <a:cs typeface="Calibri" panose="020F0502020204030204" pitchFamily="34" charset="0"/>
            </a:rPr>
            <a:t>Carrying forward previously held thoughts</a:t>
          </a:r>
          <a:endParaRPr lang="en-IN" sz="4000" dirty="0">
            <a:solidFill>
              <a:srgbClr val="000000"/>
            </a:solidFill>
            <a:latin typeface="Calibri" panose="020F0502020204030204" pitchFamily="34" charset="0"/>
            <a:cs typeface="Calibri" panose="020F0502020204030204" pitchFamily="34" charset="0"/>
          </a:endParaRPr>
        </a:p>
      </dgm:t>
    </dgm:pt>
    <dgm:pt modelId="{C0F67FF9-DBE8-4F91-95DF-A738B256E1D8}" type="parTrans" cxnId="{152D7CD4-BBBA-480D-A7B1-B08836679537}">
      <dgm:prSet/>
      <dgm:spPr/>
      <dgm:t>
        <a:bodyPr/>
        <a:lstStyle/>
        <a:p>
          <a:endParaRPr lang="en-IN"/>
        </a:p>
      </dgm:t>
    </dgm:pt>
    <dgm:pt modelId="{2CD28624-B778-47AC-8DD1-BFAEBE6C4812}" type="sibTrans" cxnId="{152D7CD4-BBBA-480D-A7B1-B08836679537}">
      <dgm:prSet/>
      <dgm:spPr/>
      <dgm:t>
        <a:bodyPr/>
        <a:lstStyle/>
        <a:p>
          <a:endParaRPr lang="en-IN"/>
        </a:p>
      </dgm:t>
    </dgm:pt>
    <dgm:pt modelId="{DC85B097-1B3F-4309-849A-973E7049B62B}">
      <dgm:prSet phldrT="[Text]" custT="1"/>
      <dgm:spPr/>
      <dgm:t>
        <a:bodyPr/>
        <a:lstStyle/>
        <a:p>
          <a:r>
            <a:rPr lang="en-IN" sz="2000" dirty="0">
              <a:solidFill>
                <a:srgbClr val="00B0F0"/>
              </a:solidFill>
              <a:latin typeface="Calibri" panose="020F0502020204030204" pitchFamily="34" charset="0"/>
              <a:cs typeface="Calibri" panose="020F0502020204030204" pitchFamily="34" charset="0"/>
            </a:rPr>
            <a:t>Crossover</a:t>
          </a:r>
          <a:r>
            <a:rPr lang="en-IN" sz="2000" dirty="0">
              <a:solidFill>
                <a:srgbClr val="000000"/>
              </a:solidFill>
              <a:latin typeface="Calibri" panose="020F0502020204030204" pitchFamily="34" charset="0"/>
              <a:cs typeface="Calibri" panose="020F0502020204030204" pitchFamily="34" charset="0"/>
            </a:rPr>
            <a:t>: </a:t>
          </a:r>
          <a:r>
            <a:rPr lang="en-IN" sz="1800" dirty="0">
              <a:solidFill>
                <a:srgbClr val="000000"/>
              </a:solidFill>
              <a:latin typeface="Calibri" panose="020F0502020204030204" pitchFamily="34" charset="0"/>
              <a:cs typeface="Calibri" panose="020F0502020204030204" pitchFamily="34" charset="0"/>
            </a:rPr>
            <a:t>Inferring from 2 or more thoughts</a:t>
          </a:r>
          <a:endParaRPr lang="en-IN" sz="4000" dirty="0">
            <a:solidFill>
              <a:srgbClr val="000000"/>
            </a:solidFill>
            <a:latin typeface="Calibri" panose="020F0502020204030204" pitchFamily="34" charset="0"/>
            <a:cs typeface="Calibri" panose="020F0502020204030204" pitchFamily="34" charset="0"/>
          </a:endParaRPr>
        </a:p>
      </dgm:t>
    </dgm:pt>
    <dgm:pt modelId="{F04C3F46-4B15-4011-9490-BD66D319C3CF}" type="parTrans" cxnId="{F5E90706-6404-47FD-9D26-CC67C9199930}">
      <dgm:prSet/>
      <dgm:spPr/>
      <dgm:t>
        <a:bodyPr/>
        <a:lstStyle/>
        <a:p>
          <a:endParaRPr lang="en-IN"/>
        </a:p>
      </dgm:t>
    </dgm:pt>
    <dgm:pt modelId="{04095013-D690-4813-894A-462BCC5593DA}" type="sibTrans" cxnId="{F5E90706-6404-47FD-9D26-CC67C9199930}">
      <dgm:prSet/>
      <dgm:spPr/>
      <dgm:t>
        <a:bodyPr/>
        <a:lstStyle/>
        <a:p>
          <a:endParaRPr lang="en-IN"/>
        </a:p>
      </dgm:t>
    </dgm:pt>
    <dgm:pt modelId="{6D466663-51F2-43FF-9BF2-408CE780DBC6}" type="pres">
      <dgm:prSet presAssocID="{50FC5041-322F-4A4B-BD7E-A3A17628EAEE}" presName="vert0" presStyleCnt="0">
        <dgm:presLayoutVars>
          <dgm:dir/>
          <dgm:animOne val="branch"/>
          <dgm:animLvl val="lvl"/>
        </dgm:presLayoutVars>
      </dgm:prSet>
      <dgm:spPr/>
    </dgm:pt>
    <dgm:pt modelId="{0C100EA8-9AE6-4004-B06B-5375CC69BB75}" type="pres">
      <dgm:prSet presAssocID="{CC1FC662-3544-4002-ACAB-E8F35DF51F78}" presName="thickLine" presStyleLbl="alignNode1" presStyleIdx="0" presStyleCnt="1"/>
      <dgm:spPr/>
    </dgm:pt>
    <dgm:pt modelId="{51E7F99B-5F2D-46CA-AF2F-14F0ADEB25B9}" type="pres">
      <dgm:prSet presAssocID="{CC1FC662-3544-4002-ACAB-E8F35DF51F78}" presName="horz1" presStyleCnt="0"/>
      <dgm:spPr/>
    </dgm:pt>
    <dgm:pt modelId="{716B54A8-8506-4028-A44D-8732BFE2782B}" type="pres">
      <dgm:prSet presAssocID="{CC1FC662-3544-4002-ACAB-E8F35DF51F78}" presName="tx1" presStyleLbl="revTx" presStyleIdx="0" presStyleCnt="5"/>
      <dgm:spPr/>
    </dgm:pt>
    <dgm:pt modelId="{09A78DA3-C148-4A7A-9175-79F410BDEF19}" type="pres">
      <dgm:prSet presAssocID="{CC1FC662-3544-4002-ACAB-E8F35DF51F78}" presName="vert1" presStyleCnt="0"/>
      <dgm:spPr/>
    </dgm:pt>
    <dgm:pt modelId="{42EBB848-6439-4392-BFEE-DBF7BC6B3470}" type="pres">
      <dgm:prSet presAssocID="{478135F2-2EB2-42E6-9880-46DEB8376AE9}" presName="vertSpace2a" presStyleCnt="0"/>
      <dgm:spPr/>
    </dgm:pt>
    <dgm:pt modelId="{CCB305D3-1867-4D30-B889-37B45DDD212E}" type="pres">
      <dgm:prSet presAssocID="{478135F2-2EB2-42E6-9880-46DEB8376AE9}" presName="horz2" presStyleCnt="0"/>
      <dgm:spPr/>
    </dgm:pt>
    <dgm:pt modelId="{835F368C-0103-4631-B055-3C8A5AD476DE}" type="pres">
      <dgm:prSet presAssocID="{478135F2-2EB2-42E6-9880-46DEB8376AE9}" presName="horzSpace2" presStyleCnt="0"/>
      <dgm:spPr/>
    </dgm:pt>
    <dgm:pt modelId="{9FA0844C-35D8-46F8-8E1E-3D6C65F22ADC}" type="pres">
      <dgm:prSet presAssocID="{478135F2-2EB2-42E6-9880-46DEB8376AE9}" presName="tx2" presStyleLbl="revTx" presStyleIdx="1" presStyleCnt="5"/>
      <dgm:spPr/>
    </dgm:pt>
    <dgm:pt modelId="{514020E3-D64B-4B92-A576-4E8F20347F81}" type="pres">
      <dgm:prSet presAssocID="{478135F2-2EB2-42E6-9880-46DEB8376AE9}" presName="vert2" presStyleCnt="0"/>
      <dgm:spPr/>
    </dgm:pt>
    <dgm:pt modelId="{50BB5184-7A93-46C5-8F36-0D9439B7767F}" type="pres">
      <dgm:prSet presAssocID="{478135F2-2EB2-42E6-9880-46DEB8376AE9}" presName="thinLine2b" presStyleLbl="callout" presStyleIdx="0" presStyleCnt="4"/>
      <dgm:spPr/>
    </dgm:pt>
    <dgm:pt modelId="{2CC3FF53-6B83-4BB4-8FD4-313AFC19A131}" type="pres">
      <dgm:prSet presAssocID="{478135F2-2EB2-42E6-9880-46DEB8376AE9}" presName="vertSpace2b" presStyleCnt="0"/>
      <dgm:spPr/>
    </dgm:pt>
    <dgm:pt modelId="{AFE49C7D-1CDD-4688-A86D-06DBF511651B}" type="pres">
      <dgm:prSet presAssocID="{5288253C-FB27-428D-B90E-36DF79936D76}" presName="horz2" presStyleCnt="0"/>
      <dgm:spPr/>
    </dgm:pt>
    <dgm:pt modelId="{34C6E9D9-9056-4B8F-B141-CF22151C25DC}" type="pres">
      <dgm:prSet presAssocID="{5288253C-FB27-428D-B90E-36DF79936D76}" presName="horzSpace2" presStyleCnt="0"/>
      <dgm:spPr/>
    </dgm:pt>
    <dgm:pt modelId="{B54238E7-3590-4DF8-A389-0253C6483319}" type="pres">
      <dgm:prSet presAssocID="{5288253C-FB27-428D-B90E-36DF79936D76}" presName="tx2" presStyleLbl="revTx" presStyleIdx="2" presStyleCnt="5"/>
      <dgm:spPr/>
    </dgm:pt>
    <dgm:pt modelId="{B08FF319-80E6-4376-A8CE-6B4E5F85AB23}" type="pres">
      <dgm:prSet presAssocID="{5288253C-FB27-428D-B90E-36DF79936D76}" presName="vert2" presStyleCnt="0"/>
      <dgm:spPr/>
    </dgm:pt>
    <dgm:pt modelId="{3572C5E9-9566-4DDC-8E31-E65C62BB420E}" type="pres">
      <dgm:prSet presAssocID="{5288253C-FB27-428D-B90E-36DF79936D76}" presName="thinLine2b" presStyleLbl="callout" presStyleIdx="1" presStyleCnt="4"/>
      <dgm:spPr/>
    </dgm:pt>
    <dgm:pt modelId="{9FB8820E-A426-4832-ACDC-DBBC676D1F06}" type="pres">
      <dgm:prSet presAssocID="{5288253C-FB27-428D-B90E-36DF79936D76}" presName="vertSpace2b" presStyleCnt="0"/>
      <dgm:spPr/>
    </dgm:pt>
    <dgm:pt modelId="{853ADA4C-81F1-486C-823A-4F356FA63013}" type="pres">
      <dgm:prSet presAssocID="{DC85B097-1B3F-4309-849A-973E7049B62B}" presName="horz2" presStyleCnt="0"/>
      <dgm:spPr/>
    </dgm:pt>
    <dgm:pt modelId="{2FC4FE30-C536-4A69-80D1-5144BD7AAB4F}" type="pres">
      <dgm:prSet presAssocID="{DC85B097-1B3F-4309-849A-973E7049B62B}" presName="horzSpace2" presStyleCnt="0"/>
      <dgm:spPr/>
    </dgm:pt>
    <dgm:pt modelId="{270B3CD1-F644-40AC-A175-6B89F4F3C912}" type="pres">
      <dgm:prSet presAssocID="{DC85B097-1B3F-4309-849A-973E7049B62B}" presName="tx2" presStyleLbl="revTx" presStyleIdx="3" presStyleCnt="5"/>
      <dgm:spPr/>
    </dgm:pt>
    <dgm:pt modelId="{3E062CDA-F83C-46AB-84A2-57FF53F310D7}" type="pres">
      <dgm:prSet presAssocID="{DC85B097-1B3F-4309-849A-973E7049B62B}" presName="vert2" presStyleCnt="0"/>
      <dgm:spPr/>
    </dgm:pt>
    <dgm:pt modelId="{CA5E9257-6A5D-4842-A33A-F9B81CD40E69}" type="pres">
      <dgm:prSet presAssocID="{DC85B097-1B3F-4309-849A-973E7049B62B}" presName="thinLine2b" presStyleLbl="callout" presStyleIdx="2" presStyleCnt="4"/>
      <dgm:spPr/>
    </dgm:pt>
    <dgm:pt modelId="{17C0AD3A-087A-4725-8208-15FB9E50A63A}" type="pres">
      <dgm:prSet presAssocID="{DC85B097-1B3F-4309-849A-973E7049B62B}" presName="vertSpace2b" presStyleCnt="0"/>
      <dgm:spPr/>
    </dgm:pt>
    <dgm:pt modelId="{8BCE5844-A606-4544-BCE8-76CADA374281}" type="pres">
      <dgm:prSet presAssocID="{DE46A73C-59A6-4994-99BF-E6D4A794745F}" presName="horz2" presStyleCnt="0"/>
      <dgm:spPr/>
    </dgm:pt>
    <dgm:pt modelId="{D25B7712-F8AD-4FD2-B0F5-5708A5B8E400}" type="pres">
      <dgm:prSet presAssocID="{DE46A73C-59A6-4994-99BF-E6D4A794745F}" presName="horzSpace2" presStyleCnt="0"/>
      <dgm:spPr/>
    </dgm:pt>
    <dgm:pt modelId="{E257EE77-EB7A-4E33-9334-0FCB65AC8862}" type="pres">
      <dgm:prSet presAssocID="{DE46A73C-59A6-4994-99BF-E6D4A794745F}" presName="tx2" presStyleLbl="revTx" presStyleIdx="4" presStyleCnt="5"/>
      <dgm:spPr/>
    </dgm:pt>
    <dgm:pt modelId="{64DFCE83-9AF5-4FAA-97B9-1DDBF2A50CAA}" type="pres">
      <dgm:prSet presAssocID="{DE46A73C-59A6-4994-99BF-E6D4A794745F}" presName="vert2" presStyleCnt="0"/>
      <dgm:spPr/>
    </dgm:pt>
    <dgm:pt modelId="{516DA8C6-EB3D-47FB-9A71-8009B53B60B9}" type="pres">
      <dgm:prSet presAssocID="{DE46A73C-59A6-4994-99BF-E6D4A794745F}" presName="thinLine2b" presStyleLbl="callout" presStyleIdx="3" presStyleCnt="4"/>
      <dgm:spPr/>
    </dgm:pt>
    <dgm:pt modelId="{0EECEBB6-3A49-4E69-9C80-D6821B36F9D1}" type="pres">
      <dgm:prSet presAssocID="{DE46A73C-59A6-4994-99BF-E6D4A794745F}" presName="vertSpace2b" presStyleCnt="0"/>
      <dgm:spPr/>
    </dgm:pt>
  </dgm:ptLst>
  <dgm:cxnLst>
    <dgm:cxn modelId="{6B4A9703-DA81-4A0F-92BA-207C11DE49F3}" type="presOf" srcId="{478135F2-2EB2-42E6-9880-46DEB8376AE9}" destId="{9FA0844C-35D8-46F8-8E1E-3D6C65F22ADC}" srcOrd="0" destOrd="0" presId="urn:microsoft.com/office/officeart/2008/layout/LinedList"/>
    <dgm:cxn modelId="{F5E90706-6404-47FD-9D26-CC67C9199930}" srcId="{CC1FC662-3544-4002-ACAB-E8F35DF51F78}" destId="{DC85B097-1B3F-4309-849A-973E7049B62B}" srcOrd="2" destOrd="0" parTransId="{F04C3F46-4B15-4011-9490-BD66D319C3CF}" sibTransId="{04095013-D690-4813-894A-462BCC5593DA}"/>
    <dgm:cxn modelId="{5072A12E-28CA-4727-91EC-A4D38D932A45}" type="presOf" srcId="{50FC5041-322F-4A4B-BD7E-A3A17628EAEE}" destId="{6D466663-51F2-43FF-9BF2-408CE780DBC6}" srcOrd="0" destOrd="0" presId="urn:microsoft.com/office/officeart/2008/layout/LinedList"/>
    <dgm:cxn modelId="{1B0F2C37-C11D-4CF6-9554-26377033A2D3}" srcId="{CC1FC662-3544-4002-ACAB-E8F35DF51F78}" destId="{5288253C-FB27-428D-B90E-36DF79936D76}" srcOrd="1" destOrd="0" parTransId="{77B14B9B-85D9-4055-ADDA-E400DA3CA3F4}" sibTransId="{96E3B0BE-4669-4B33-8738-3C98F44139F8}"/>
    <dgm:cxn modelId="{909DFE3B-CE7A-4873-A4A4-0E71796DD0A8}" type="presOf" srcId="{DE46A73C-59A6-4994-99BF-E6D4A794745F}" destId="{E257EE77-EB7A-4E33-9334-0FCB65AC8862}" srcOrd="0" destOrd="0" presId="urn:microsoft.com/office/officeart/2008/layout/LinedList"/>
    <dgm:cxn modelId="{723DE745-6230-42AB-B526-681850FA70D2}" srcId="{50FC5041-322F-4A4B-BD7E-A3A17628EAEE}" destId="{CC1FC662-3544-4002-ACAB-E8F35DF51F78}" srcOrd="0" destOrd="0" parTransId="{8E979381-939B-4AF5-87A6-EA05B3327098}" sibTransId="{9CE4D267-022B-4675-8948-F8C2F4C83E46}"/>
    <dgm:cxn modelId="{A73DEC51-44F6-4AC8-B078-D499EE69E473}" type="presOf" srcId="{5288253C-FB27-428D-B90E-36DF79936D76}" destId="{B54238E7-3590-4DF8-A389-0253C6483319}" srcOrd="0" destOrd="0" presId="urn:microsoft.com/office/officeart/2008/layout/LinedList"/>
    <dgm:cxn modelId="{7D24CEAD-5440-4253-9E99-BF41AD3E6AC0}" type="presOf" srcId="{DC85B097-1B3F-4309-849A-973E7049B62B}" destId="{270B3CD1-F644-40AC-A175-6B89F4F3C912}" srcOrd="0" destOrd="0" presId="urn:microsoft.com/office/officeart/2008/layout/LinedList"/>
    <dgm:cxn modelId="{152D7CD4-BBBA-480D-A7B1-B08836679537}" srcId="{CC1FC662-3544-4002-ACAB-E8F35DF51F78}" destId="{DE46A73C-59A6-4994-99BF-E6D4A794745F}" srcOrd="3" destOrd="0" parTransId="{C0F67FF9-DBE8-4F91-95DF-A738B256E1D8}" sibTransId="{2CD28624-B778-47AC-8DD1-BFAEBE6C4812}"/>
    <dgm:cxn modelId="{E070DEF2-F5FA-46DA-8581-3E00F96BA7C4}" srcId="{CC1FC662-3544-4002-ACAB-E8F35DF51F78}" destId="{478135F2-2EB2-42E6-9880-46DEB8376AE9}" srcOrd="0" destOrd="0" parTransId="{D44E4D8B-0DB7-4BC4-84EA-4020039FB7BA}" sibTransId="{951285C0-D892-49C8-8478-F52FF5C992BD}"/>
    <dgm:cxn modelId="{9E1124FA-4D4E-436E-83CE-085D0121E545}" type="presOf" srcId="{CC1FC662-3544-4002-ACAB-E8F35DF51F78}" destId="{716B54A8-8506-4028-A44D-8732BFE2782B}" srcOrd="0" destOrd="0" presId="urn:microsoft.com/office/officeart/2008/layout/LinedList"/>
    <dgm:cxn modelId="{206EA092-B354-412C-9EB0-EE9EC2B44785}" type="presParOf" srcId="{6D466663-51F2-43FF-9BF2-408CE780DBC6}" destId="{0C100EA8-9AE6-4004-B06B-5375CC69BB75}" srcOrd="0" destOrd="0" presId="urn:microsoft.com/office/officeart/2008/layout/LinedList"/>
    <dgm:cxn modelId="{301BDF16-3462-47E3-9F95-1D50801092A4}" type="presParOf" srcId="{6D466663-51F2-43FF-9BF2-408CE780DBC6}" destId="{51E7F99B-5F2D-46CA-AF2F-14F0ADEB25B9}" srcOrd="1" destOrd="0" presId="urn:microsoft.com/office/officeart/2008/layout/LinedList"/>
    <dgm:cxn modelId="{0097FAF9-54A8-4C43-86B2-A48792A4A045}" type="presParOf" srcId="{51E7F99B-5F2D-46CA-AF2F-14F0ADEB25B9}" destId="{716B54A8-8506-4028-A44D-8732BFE2782B}" srcOrd="0" destOrd="0" presId="urn:microsoft.com/office/officeart/2008/layout/LinedList"/>
    <dgm:cxn modelId="{0E033F36-373E-4B5F-9C36-80B267551C75}" type="presParOf" srcId="{51E7F99B-5F2D-46CA-AF2F-14F0ADEB25B9}" destId="{09A78DA3-C148-4A7A-9175-79F410BDEF19}" srcOrd="1" destOrd="0" presId="urn:microsoft.com/office/officeart/2008/layout/LinedList"/>
    <dgm:cxn modelId="{198EFF0F-D27C-46C7-88F4-DE276186D628}" type="presParOf" srcId="{09A78DA3-C148-4A7A-9175-79F410BDEF19}" destId="{42EBB848-6439-4392-BFEE-DBF7BC6B3470}" srcOrd="0" destOrd="0" presId="urn:microsoft.com/office/officeart/2008/layout/LinedList"/>
    <dgm:cxn modelId="{B2385AFD-5C9A-452C-ADF6-487262740D02}" type="presParOf" srcId="{09A78DA3-C148-4A7A-9175-79F410BDEF19}" destId="{CCB305D3-1867-4D30-B889-37B45DDD212E}" srcOrd="1" destOrd="0" presId="urn:microsoft.com/office/officeart/2008/layout/LinedList"/>
    <dgm:cxn modelId="{5A6D76DB-009E-47ED-9807-4AF4BF1674AE}" type="presParOf" srcId="{CCB305D3-1867-4D30-B889-37B45DDD212E}" destId="{835F368C-0103-4631-B055-3C8A5AD476DE}" srcOrd="0" destOrd="0" presId="urn:microsoft.com/office/officeart/2008/layout/LinedList"/>
    <dgm:cxn modelId="{4DB2AEAD-CECC-4C06-8B2D-89C63AE386D9}" type="presParOf" srcId="{CCB305D3-1867-4D30-B889-37B45DDD212E}" destId="{9FA0844C-35D8-46F8-8E1E-3D6C65F22ADC}" srcOrd="1" destOrd="0" presId="urn:microsoft.com/office/officeart/2008/layout/LinedList"/>
    <dgm:cxn modelId="{62C1D673-38B1-453B-B089-3F4CE66AF061}" type="presParOf" srcId="{CCB305D3-1867-4D30-B889-37B45DDD212E}" destId="{514020E3-D64B-4B92-A576-4E8F20347F81}" srcOrd="2" destOrd="0" presId="urn:microsoft.com/office/officeart/2008/layout/LinedList"/>
    <dgm:cxn modelId="{E5E94E14-753D-4801-AD5F-DD9CD11EB793}" type="presParOf" srcId="{09A78DA3-C148-4A7A-9175-79F410BDEF19}" destId="{50BB5184-7A93-46C5-8F36-0D9439B7767F}" srcOrd="2" destOrd="0" presId="urn:microsoft.com/office/officeart/2008/layout/LinedList"/>
    <dgm:cxn modelId="{FBA743FF-B3AC-44EF-8931-8AD38803B1D5}" type="presParOf" srcId="{09A78DA3-C148-4A7A-9175-79F410BDEF19}" destId="{2CC3FF53-6B83-4BB4-8FD4-313AFC19A131}" srcOrd="3" destOrd="0" presId="urn:microsoft.com/office/officeart/2008/layout/LinedList"/>
    <dgm:cxn modelId="{AC5A7B9D-B7F7-4A2C-BD47-883D612DBC28}" type="presParOf" srcId="{09A78DA3-C148-4A7A-9175-79F410BDEF19}" destId="{AFE49C7D-1CDD-4688-A86D-06DBF511651B}" srcOrd="4" destOrd="0" presId="urn:microsoft.com/office/officeart/2008/layout/LinedList"/>
    <dgm:cxn modelId="{7E6896E4-390D-4A05-A620-E43FAB3C47F8}" type="presParOf" srcId="{AFE49C7D-1CDD-4688-A86D-06DBF511651B}" destId="{34C6E9D9-9056-4B8F-B141-CF22151C25DC}" srcOrd="0" destOrd="0" presId="urn:microsoft.com/office/officeart/2008/layout/LinedList"/>
    <dgm:cxn modelId="{2500D7F2-F334-4FCD-811F-2AE22B4BE467}" type="presParOf" srcId="{AFE49C7D-1CDD-4688-A86D-06DBF511651B}" destId="{B54238E7-3590-4DF8-A389-0253C6483319}" srcOrd="1" destOrd="0" presId="urn:microsoft.com/office/officeart/2008/layout/LinedList"/>
    <dgm:cxn modelId="{76B6062F-43E1-4D39-92B3-5269991A1B50}" type="presParOf" srcId="{AFE49C7D-1CDD-4688-A86D-06DBF511651B}" destId="{B08FF319-80E6-4376-A8CE-6B4E5F85AB23}" srcOrd="2" destOrd="0" presId="urn:microsoft.com/office/officeart/2008/layout/LinedList"/>
    <dgm:cxn modelId="{A3C01D6C-1371-4D1A-9CA0-CBB499368DDA}" type="presParOf" srcId="{09A78DA3-C148-4A7A-9175-79F410BDEF19}" destId="{3572C5E9-9566-4DDC-8E31-E65C62BB420E}" srcOrd="5" destOrd="0" presId="urn:microsoft.com/office/officeart/2008/layout/LinedList"/>
    <dgm:cxn modelId="{FE7C3E20-8249-4103-B782-4350766A2AF5}" type="presParOf" srcId="{09A78DA3-C148-4A7A-9175-79F410BDEF19}" destId="{9FB8820E-A426-4832-ACDC-DBBC676D1F06}" srcOrd="6" destOrd="0" presId="urn:microsoft.com/office/officeart/2008/layout/LinedList"/>
    <dgm:cxn modelId="{FE656759-88B5-47E0-A5B9-EDEFC0A31D70}" type="presParOf" srcId="{09A78DA3-C148-4A7A-9175-79F410BDEF19}" destId="{853ADA4C-81F1-486C-823A-4F356FA63013}" srcOrd="7" destOrd="0" presId="urn:microsoft.com/office/officeart/2008/layout/LinedList"/>
    <dgm:cxn modelId="{7436BEC5-5650-4F15-8701-A90F36FD9306}" type="presParOf" srcId="{853ADA4C-81F1-486C-823A-4F356FA63013}" destId="{2FC4FE30-C536-4A69-80D1-5144BD7AAB4F}" srcOrd="0" destOrd="0" presId="urn:microsoft.com/office/officeart/2008/layout/LinedList"/>
    <dgm:cxn modelId="{08065F2D-9A0D-480C-8FB3-6E6217890B98}" type="presParOf" srcId="{853ADA4C-81F1-486C-823A-4F356FA63013}" destId="{270B3CD1-F644-40AC-A175-6B89F4F3C912}" srcOrd="1" destOrd="0" presId="urn:microsoft.com/office/officeart/2008/layout/LinedList"/>
    <dgm:cxn modelId="{BA7CE126-D773-4402-A757-C6BCFB4BEE13}" type="presParOf" srcId="{853ADA4C-81F1-486C-823A-4F356FA63013}" destId="{3E062CDA-F83C-46AB-84A2-57FF53F310D7}" srcOrd="2" destOrd="0" presId="urn:microsoft.com/office/officeart/2008/layout/LinedList"/>
    <dgm:cxn modelId="{D407AD69-B538-4AC8-BFD9-C82D19EB139B}" type="presParOf" srcId="{09A78DA3-C148-4A7A-9175-79F410BDEF19}" destId="{CA5E9257-6A5D-4842-A33A-F9B81CD40E69}" srcOrd="8" destOrd="0" presId="urn:microsoft.com/office/officeart/2008/layout/LinedList"/>
    <dgm:cxn modelId="{76B83AF0-7CE7-4563-BB0E-24CA74EEE017}" type="presParOf" srcId="{09A78DA3-C148-4A7A-9175-79F410BDEF19}" destId="{17C0AD3A-087A-4725-8208-15FB9E50A63A}" srcOrd="9" destOrd="0" presId="urn:microsoft.com/office/officeart/2008/layout/LinedList"/>
    <dgm:cxn modelId="{E0D5628E-441B-4D26-8ECA-98E583A26047}" type="presParOf" srcId="{09A78DA3-C148-4A7A-9175-79F410BDEF19}" destId="{8BCE5844-A606-4544-BCE8-76CADA374281}" srcOrd="10" destOrd="0" presId="urn:microsoft.com/office/officeart/2008/layout/LinedList"/>
    <dgm:cxn modelId="{9FC22125-79CC-45F2-8D72-8EF430DB1401}" type="presParOf" srcId="{8BCE5844-A606-4544-BCE8-76CADA374281}" destId="{D25B7712-F8AD-4FD2-B0F5-5708A5B8E400}" srcOrd="0" destOrd="0" presId="urn:microsoft.com/office/officeart/2008/layout/LinedList"/>
    <dgm:cxn modelId="{DEBE16FE-4136-4BD0-BE5C-DE634FE4DCB9}" type="presParOf" srcId="{8BCE5844-A606-4544-BCE8-76CADA374281}" destId="{E257EE77-EB7A-4E33-9334-0FCB65AC8862}" srcOrd="1" destOrd="0" presId="urn:microsoft.com/office/officeart/2008/layout/LinedList"/>
    <dgm:cxn modelId="{9CECE58C-1271-41D0-8928-DEE869FF94F0}" type="presParOf" srcId="{8BCE5844-A606-4544-BCE8-76CADA374281}" destId="{64DFCE83-9AF5-4FAA-97B9-1DDBF2A50CAA}" srcOrd="2" destOrd="0" presId="urn:microsoft.com/office/officeart/2008/layout/LinedList"/>
    <dgm:cxn modelId="{3B1C4BC1-3292-4084-9550-213DE499C7E3}" type="presParOf" srcId="{09A78DA3-C148-4A7A-9175-79F410BDEF19}" destId="{516DA8C6-EB3D-47FB-9A71-8009B53B60B9}" srcOrd="11" destOrd="0" presId="urn:microsoft.com/office/officeart/2008/layout/LinedList"/>
    <dgm:cxn modelId="{F49077FC-1769-4067-B256-BCAB1166E31C}" type="presParOf" srcId="{09A78DA3-C148-4A7A-9175-79F410BDEF19}" destId="{0EECEBB6-3A49-4E69-9C80-D6821B36F9D1}" srcOrd="12"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100EA8-9AE6-4004-B06B-5375CC69BB75}">
      <dsp:nvSpPr>
        <dsp:cNvPr id="0" name=""/>
        <dsp:cNvSpPr/>
      </dsp:nvSpPr>
      <dsp:spPr>
        <a:xfrm>
          <a:off x="0" y="0"/>
          <a:ext cx="4550735" cy="0"/>
        </a:xfrm>
        <a:prstGeom prst="line">
          <a:avLst/>
        </a:prstGeom>
        <a:solidFill>
          <a:schemeClr val="accent3">
            <a:shade val="80000"/>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6B54A8-8506-4028-A44D-8732BFE2782B}">
      <dsp:nvSpPr>
        <dsp:cNvPr id="0" name=""/>
        <dsp:cNvSpPr/>
      </dsp:nvSpPr>
      <dsp:spPr>
        <a:xfrm>
          <a:off x="0" y="0"/>
          <a:ext cx="910147" cy="34438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1" kern="1200" dirty="0">
              <a:solidFill>
                <a:schemeClr val="bg1">
                  <a:lumMod val="75000"/>
                </a:schemeClr>
              </a:solidFill>
            </a:rPr>
            <a:t>New Thought Creation</a:t>
          </a:r>
        </a:p>
      </dsp:txBody>
      <dsp:txXfrm>
        <a:off x="0" y="0"/>
        <a:ext cx="910147" cy="3443838"/>
      </dsp:txXfrm>
    </dsp:sp>
    <dsp:sp modelId="{9FA0844C-35D8-46F8-8E1E-3D6C65F22ADC}">
      <dsp:nvSpPr>
        <dsp:cNvPr id="0" name=""/>
        <dsp:cNvSpPr/>
      </dsp:nvSpPr>
      <dsp:spPr>
        <a:xfrm>
          <a:off x="978408" y="40483"/>
          <a:ext cx="3572326" cy="809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rgbClr val="00B0F0"/>
              </a:solidFill>
              <a:latin typeface="Calibri" panose="020F0502020204030204" pitchFamily="34" charset="0"/>
              <a:cs typeface="Calibri" panose="020F0502020204030204" pitchFamily="34" charset="0"/>
            </a:rPr>
            <a:t>Initialization</a:t>
          </a:r>
          <a:r>
            <a:rPr lang="en-IN" sz="2400" kern="1200" dirty="0">
              <a:solidFill>
                <a:srgbClr val="000000"/>
              </a:solidFill>
              <a:latin typeface="Calibri" panose="020F0502020204030204" pitchFamily="34" charset="0"/>
              <a:cs typeface="Calibri" panose="020F0502020204030204" pitchFamily="34" charset="0"/>
            </a:rPr>
            <a:t>: </a:t>
          </a:r>
          <a:r>
            <a:rPr lang="en-IN" sz="1800" kern="1200" dirty="0">
              <a:solidFill>
                <a:srgbClr val="000000"/>
              </a:solidFill>
              <a:latin typeface="Calibri" panose="020F0502020204030204" pitchFamily="34" charset="0"/>
              <a:cs typeface="Calibri" panose="020F0502020204030204" pitchFamily="34" charset="0"/>
            </a:rPr>
            <a:t>New thought creation based on state of mind, etc.</a:t>
          </a:r>
          <a:endParaRPr lang="en-IN" sz="2400" kern="1200" dirty="0">
            <a:solidFill>
              <a:srgbClr val="000000"/>
            </a:solidFill>
            <a:latin typeface="Calibri" panose="020F0502020204030204" pitchFamily="34" charset="0"/>
            <a:cs typeface="Calibri" panose="020F0502020204030204" pitchFamily="34" charset="0"/>
          </a:endParaRPr>
        </a:p>
      </dsp:txBody>
      <dsp:txXfrm>
        <a:off x="978408" y="40483"/>
        <a:ext cx="3572326" cy="809671"/>
      </dsp:txXfrm>
    </dsp:sp>
    <dsp:sp modelId="{50BB5184-7A93-46C5-8F36-0D9439B7767F}">
      <dsp:nvSpPr>
        <dsp:cNvPr id="0" name=""/>
        <dsp:cNvSpPr/>
      </dsp:nvSpPr>
      <dsp:spPr>
        <a:xfrm>
          <a:off x="910146" y="850155"/>
          <a:ext cx="3640588"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4238E7-3590-4DF8-A389-0253C6483319}">
      <dsp:nvSpPr>
        <dsp:cNvPr id="0" name=""/>
        <dsp:cNvSpPr/>
      </dsp:nvSpPr>
      <dsp:spPr>
        <a:xfrm>
          <a:off x="978408" y="890639"/>
          <a:ext cx="3572326" cy="809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rgbClr val="00B0F0"/>
              </a:solidFill>
              <a:latin typeface="Calibri" panose="020F0502020204030204" pitchFamily="34" charset="0"/>
              <a:cs typeface="Calibri" panose="020F0502020204030204" pitchFamily="34" charset="0"/>
            </a:rPr>
            <a:t>Mutation</a:t>
          </a:r>
          <a:r>
            <a:rPr lang="en-IN" sz="2400" kern="1200" dirty="0">
              <a:solidFill>
                <a:srgbClr val="000000"/>
              </a:solidFill>
              <a:latin typeface="Calibri" panose="020F0502020204030204" pitchFamily="34" charset="0"/>
              <a:cs typeface="Calibri" panose="020F0502020204030204" pitchFamily="34" charset="0"/>
            </a:rPr>
            <a:t>: </a:t>
          </a:r>
          <a:r>
            <a:rPr lang="en-IN" sz="1800" kern="1200" dirty="0">
              <a:solidFill>
                <a:srgbClr val="000000"/>
              </a:solidFill>
              <a:latin typeface="Calibri" panose="020F0502020204030204" pitchFamily="34" charset="0"/>
              <a:cs typeface="Calibri" panose="020F0502020204030204" pitchFamily="34" charset="0"/>
            </a:rPr>
            <a:t>Linking from previous thoughts</a:t>
          </a:r>
          <a:endParaRPr lang="en-IN" sz="2400" kern="1200" dirty="0">
            <a:solidFill>
              <a:srgbClr val="000000"/>
            </a:solidFill>
            <a:latin typeface="Calibri" panose="020F0502020204030204" pitchFamily="34" charset="0"/>
            <a:cs typeface="Calibri" panose="020F0502020204030204" pitchFamily="34" charset="0"/>
          </a:endParaRPr>
        </a:p>
      </dsp:txBody>
      <dsp:txXfrm>
        <a:off x="978408" y="890639"/>
        <a:ext cx="3572326" cy="809671"/>
      </dsp:txXfrm>
    </dsp:sp>
    <dsp:sp modelId="{3572C5E9-9566-4DDC-8E31-E65C62BB420E}">
      <dsp:nvSpPr>
        <dsp:cNvPr id="0" name=""/>
        <dsp:cNvSpPr/>
      </dsp:nvSpPr>
      <dsp:spPr>
        <a:xfrm>
          <a:off x="910146" y="1700310"/>
          <a:ext cx="3640588"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0B3CD1-F644-40AC-A175-6B89F4F3C912}">
      <dsp:nvSpPr>
        <dsp:cNvPr id="0" name=""/>
        <dsp:cNvSpPr/>
      </dsp:nvSpPr>
      <dsp:spPr>
        <a:xfrm>
          <a:off x="978408" y="1740794"/>
          <a:ext cx="3572326" cy="809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solidFill>
                <a:srgbClr val="00B0F0"/>
              </a:solidFill>
              <a:latin typeface="Calibri" panose="020F0502020204030204" pitchFamily="34" charset="0"/>
              <a:cs typeface="Calibri" panose="020F0502020204030204" pitchFamily="34" charset="0"/>
            </a:rPr>
            <a:t>Crossover</a:t>
          </a:r>
          <a:r>
            <a:rPr lang="en-IN" sz="2000" kern="1200" dirty="0">
              <a:solidFill>
                <a:srgbClr val="000000"/>
              </a:solidFill>
              <a:latin typeface="Calibri" panose="020F0502020204030204" pitchFamily="34" charset="0"/>
              <a:cs typeface="Calibri" panose="020F0502020204030204" pitchFamily="34" charset="0"/>
            </a:rPr>
            <a:t>: </a:t>
          </a:r>
          <a:r>
            <a:rPr lang="en-IN" sz="1800" kern="1200" dirty="0">
              <a:solidFill>
                <a:srgbClr val="000000"/>
              </a:solidFill>
              <a:latin typeface="Calibri" panose="020F0502020204030204" pitchFamily="34" charset="0"/>
              <a:cs typeface="Calibri" panose="020F0502020204030204" pitchFamily="34" charset="0"/>
            </a:rPr>
            <a:t>Inferring from 2 or more thoughts</a:t>
          </a:r>
          <a:endParaRPr lang="en-IN" sz="4000" kern="1200" dirty="0">
            <a:solidFill>
              <a:srgbClr val="000000"/>
            </a:solidFill>
            <a:latin typeface="Calibri" panose="020F0502020204030204" pitchFamily="34" charset="0"/>
            <a:cs typeface="Calibri" panose="020F0502020204030204" pitchFamily="34" charset="0"/>
          </a:endParaRPr>
        </a:p>
      </dsp:txBody>
      <dsp:txXfrm>
        <a:off x="978408" y="1740794"/>
        <a:ext cx="3572326" cy="809671"/>
      </dsp:txXfrm>
    </dsp:sp>
    <dsp:sp modelId="{CA5E9257-6A5D-4842-A33A-F9B81CD40E69}">
      <dsp:nvSpPr>
        <dsp:cNvPr id="0" name=""/>
        <dsp:cNvSpPr/>
      </dsp:nvSpPr>
      <dsp:spPr>
        <a:xfrm>
          <a:off x="910146" y="2550466"/>
          <a:ext cx="3640588"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57EE77-EB7A-4E33-9334-0FCB65AC8862}">
      <dsp:nvSpPr>
        <dsp:cNvPr id="0" name=""/>
        <dsp:cNvSpPr/>
      </dsp:nvSpPr>
      <dsp:spPr>
        <a:xfrm>
          <a:off x="978408" y="2590949"/>
          <a:ext cx="3572326" cy="809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rgbClr val="00B0F0"/>
              </a:solidFill>
              <a:latin typeface="Calibri" panose="020F0502020204030204" pitchFamily="34" charset="0"/>
              <a:cs typeface="Calibri" panose="020F0502020204030204" pitchFamily="34" charset="0"/>
            </a:rPr>
            <a:t>Elitism</a:t>
          </a:r>
          <a:r>
            <a:rPr lang="en-IN" sz="2400" kern="1200" dirty="0">
              <a:solidFill>
                <a:srgbClr val="000000"/>
              </a:solidFill>
              <a:latin typeface="Calibri" panose="020F0502020204030204" pitchFamily="34" charset="0"/>
              <a:cs typeface="Calibri" panose="020F0502020204030204" pitchFamily="34" charset="0"/>
            </a:rPr>
            <a:t>: </a:t>
          </a:r>
          <a:r>
            <a:rPr lang="en-IN" sz="1800" kern="1200" dirty="0">
              <a:solidFill>
                <a:srgbClr val="000000"/>
              </a:solidFill>
              <a:latin typeface="Calibri" panose="020F0502020204030204" pitchFamily="34" charset="0"/>
              <a:cs typeface="Calibri" panose="020F0502020204030204" pitchFamily="34" charset="0"/>
            </a:rPr>
            <a:t>Carrying forward previously held thoughts</a:t>
          </a:r>
          <a:endParaRPr lang="en-IN" sz="4000" kern="1200" dirty="0">
            <a:solidFill>
              <a:srgbClr val="000000"/>
            </a:solidFill>
            <a:latin typeface="Calibri" panose="020F0502020204030204" pitchFamily="34" charset="0"/>
            <a:cs typeface="Calibri" panose="020F0502020204030204" pitchFamily="34" charset="0"/>
          </a:endParaRPr>
        </a:p>
      </dsp:txBody>
      <dsp:txXfrm>
        <a:off x="978408" y="2590949"/>
        <a:ext cx="3572326" cy="809671"/>
      </dsp:txXfrm>
    </dsp:sp>
    <dsp:sp modelId="{516DA8C6-EB3D-47FB-9A71-8009B53B60B9}">
      <dsp:nvSpPr>
        <dsp:cNvPr id="0" name=""/>
        <dsp:cNvSpPr/>
      </dsp:nvSpPr>
      <dsp:spPr>
        <a:xfrm>
          <a:off x="910146" y="3400621"/>
          <a:ext cx="3640588"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0546" y="685800"/>
            <a:ext cx="4437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c6f9fe735_0_0: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c6f9fe7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05e360735_0_17:notes"/>
          <p:cNvSpPr>
            <a:spLocks noGrp="1" noRot="1" noChangeAspect="1"/>
          </p:cNvSpPr>
          <p:nvPr>
            <p:ph type="sldImg" idx="2"/>
          </p:nvPr>
        </p:nvSpPr>
        <p:spPr>
          <a:xfrm>
            <a:off x="1211263" y="685800"/>
            <a:ext cx="443706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05e36073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05e360735_0_17:notes"/>
          <p:cNvSpPr>
            <a:spLocks noGrp="1" noRot="1" noChangeAspect="1"/>
          </p:cNvSpPr>
          <p:nvPr>
            <p:ph type="sldImg" idx="2"/>
          </p:nvPr>
        </p:nvSpPr>
        <p:spPr>
          <a:xfrm>
            <a:off x="1211263" y="685800"/>
            <a:ext cx="443706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05e36073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Simulation of thought process is how mind traverses the thoughts.</a:t>
            </a:r>
            <a:endParaRPr dirty="0"/>
          </a:p>
        </p:txBody>
      </p:sp>
    </p:spTree>
    <p:extLst>
      <p:ext uri="{BB962C8B-B14F-4D97-AF65-F5344CB8AC3E}">
        <p14:creationId xmlns:p14="http://schemas.microsoft.com/office/powerpoint/2010/main" val="2698088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05e360735_0_17:notes"/>
          <p:cNvSpPr>
            <a:spLocks noGrp="1" noRot="1" noChangeAspect="1"/>
          </p:cNvSpPr>
          <p:nvPr>
            <p:ph type="sldImg" idx="2"/>
          </p:nvPr>
        </p:nvSpPr>
        <p:spPr>
          <a:xfrm>
            <a:off x="1211263" y="685800"/>
            <a:ext cx="443706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05e36073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2946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05e360735_0_17:notes"/>
          <p:cNvSpPr>
            <a:spLocks noGrp="1" noRot="1" noChangeAspect="1"/>
          </p:cNvSpPr>
          <p:nvPr>
            <p:ph type="sldImg" idx="2"/>
          </p:nvPr>
        </p:nvSpPr>
        <p:spPr>
          <a:xfrm>
            <a:off x="1211263" y="685800"/>
            <a:ext cx="443706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05e36073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i="0" dirty="0">
                <a:solidFill>
                  <a:srgbClr val="111111"/>
                </a:solidFill>
                <a:effectLst/>
                <a:latin typeface="Roboto" panose="02000000000000000000" pitchFamily="2" charset="0"/>
              </a:rPr>
              <a:t>The Cognitive Process and Formal Models of Human Attentions</a:t>
            </a:r>
          </a:p>
          <a:p>
            <a:pPr marL="0" lvl="0" indent="0" algn="l" rtl="0">
              <a:spcBef>
                <a:spcPts val="0"/>
              </a:spcBef>
              <a:spcAft>
                <a:spcPts val="0"/>
              </a:spcAft>
              <a:buNone/>
            </a:pPr>
            <a:r>
              <a:rPr lang="en-IN" dirty="0"/>
              <a:t> </a:t>
            </a:r>
            <a:r>
              <a:rPr lang="en-IN" dirty="0" err="1"/>
              <a:t>Yingsu</a:t>
            </a:r>
            <a:r>
              <a:rPr lang="en-IN"/>
              <a:t> Wang</a:t>
            </a:r>
            <a:endParaRPr dirty="0"/>
          </a:p>
        </p:txBody>
      </p:sp>
    </p:spTree>
    <p:extLst>
      <p:ext uri="{BB962C8B-B14F-4D97-AF65-F5344CB8AC3E}">
        <p14:creationId xmlns:p14="http://schemas.microsoft.com/office/powerpoint/2010/main" val="3250897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05e360735_0_17:notes"/>
          <p:cNvSpPr>
            <a:spLocks noGrp="1" noRot="1" noChangeAspect="1"/>
          </p:cNvSpPr>
          <p:nvPr>
            <p:ph type="sldImg" idx="2"/>
          </p:nvPr>
        </p:nvSpPr>
        <p:spPr>
          <a:xfrm>
            <a:off x="1211263" y="685800"/>
            <a:ext cx="443706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05e36073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82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677280" y="1016382"/>
            <a:ext cx="1189788" cy="1699912"/>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7191319" y="5051544"/>
            <a:ext cx="1189788" cy="1699912"/>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795562" y="4257501"/>
            <a:ext cx="4674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title"/>
          </p:nvPr>
        </p:nvSpPr>
        <p:spPr>
          <a:xfrm>
            <a:off x="1848332" y="1796598"/>
            <a:ext cx="6361800" cy="2202300"/>
          </a:xfrm>
          <a:prstGeom prst="rect">
            <a:avLst/>
          </a:prstGeom>
        </p:spPr>
        <p:txBody>
          <a:bodyPr spcFirstLastPara="1" wrap="square" lIns="113100" tIns="113100" rIns="113100" bIns="113100" anchor="b" anchorCtr="0">
            <a:noAutofit/>
          </a:bodyPr>
          <a:lstStyle>
            <a:lvl1pPr lvl="0" algn="ctr" rtl="0">
              <a:spcBef>
                <a:spcPts val="0"/>
              </a:spcBef>
              <a:spcAft>
                <a:spcPts val="0"/>
              </a:spcAft>
              <a:buSzPts val="4900"/>
              <a:buNone/>
              <a:defRPr sz="4900"/>
            </a:lvl1pPr>
            <a:lvl2pPr lvl="1" algn="ctr" rtl="0">
              <a:spcBef>
                <a:spcPts val="0"/>
              </a:spcBef>
              <a:spcAft>
                <a:spcPts val="0"/>
              </a:spcAft>
              <a:buSzPts val="4900"/>
              <a:buNone/>
              <a:defRPr sz="4900"/>
            </a:lvl2pPr>
            <a:lvl3pPr lvl="2" algn="ctr" rtl="0">
              <a:spcBef>
                <a:spcPts val="0"/>
              </a:spcBef>
              <a:spcAft>
                <a:spcPts val="0"/>
              </a:spcAft>
              <a:buSzPts val="4900"/>
              <a:buNone/>
              <a:defRPr sz="4900"/>
            </a:lvl3pPr>
            <a:lvl4pPr lvl="3" algn="ctr" rtl="0">
              <a:spcBef>
                <a:spcPts val="0"/>
              </a:spcBef>
              <a:spcAft>
                <a:spcPts val="0"/>
              </a:spcAft>
              <a:buSzPts val="4900"/>
              <a:buNone/>
              <a:defRPr sz="4900"/>
            </a:lvl4pPr>
            <a:lvl5pPr lvl="4" algn="ctr" rtl="0">
              <a:spcBef>
                <a:spcPts val="0"/>
              </a:spcBef>
              <a:spcAft>
                <a:spcPts val="0"/>
              </a:spcAft>
              <a:buSzPts val="4900"/>
              <a:buNone/>
              <a:defRPr sz="4900"/>
            </a:lvl5pPr>
            <a:lvl6pPr lvl="5" algn="ctr" rtl="0">
              <a:spcBef>
                <a:spcPts val="0"/>
              </a:spcBef>
              <a:spcAft>
                <a:spcPts val="0"/>
              </a:spcAft>
              <a:buSzPts val="4900"/>
              <a:buNone/>
              <a:defRPr sz="4900"/>
            </a:lvl6pPr>
            <a:lvl7pPr lvl="6" algn="ctr" rtl="0">
              <a:spcBef>
                <a:spcPts val="0"/>
              </a:spcBef>
              <a:spcAft>
                <a:spcPts val="0"/>
              </a:spcAft>
              <a:buSzPts val="4900"/>
              <a:buNone/>
              <a:defRPr sz="4900"/>
            </a:lvl7pPr>
            <a:lvl8pPr lvl="7" algn="ctr" rtl="0">
              <a:spcBef>
                <a:spcPts val="0"/>
              </a:spcBef>
              <a:spcAft>
                <a:spcPts val="0"/>
              </a:spcAft>
              <a:buSzPts val="4900"/>
              <a:buNone/>
              <a:defRPr sz="4900"/>
            </a:lvl8pPr>
            <a:lvl9pPr lvl="8" algn="ctr" rtl="0">
              <a:spcBef>
                <a:spcPts val="0"/>
              </a:spcBef>
              <a:spcAft>
                <a:spcPts val="0"/>
              </a:spcAft>
              <a:buSzPts val="4900"/>
              <a:buNone/>
              <a:defRPr sz="4900"/>
            </a:lvl9pPr>
          </a:lstStyle>
          <a:p>
            <a:endParaRPr/>
          </a:p>
        </p:txBody>
      </p:sp>
      <p:sp>
        <p:nvSpPr>
          <p:cNvPr id="14" name="Google Shape;14;p2"/>
          <p:cNvSpPr txBox="1">
            <a:spLocks noGrp="1"/>
          </p:cNvSpPr>
          <p:nvPr>
            <p:ph type="subTitle" idx="1"/>
          </p:nvPr>
        </p:nvSpPr>
        <p:spPr>
          <a:xfrm>
            <a:off x="1848332" y="4608058"/>
            <a:ext cx="6361800" cy="1373700"/>
          </a:xfrm>
          <a:prstGeom prst="rect">
            <a:avLst/>
          </a:prstGeom>
        </p:spPr>
        <p:txBody>
          <a:bodyPr spcFirstLastPara="1" wrap="square" lIns="113100" tIns="113100" rIns="113100" bIns="113100" anchor="t" anchorCtr="0">
            <a:noAutofit/>
          </a:bodyPr>
          <a:lstStyle>
            <a:lvl1pPr lvl="0"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1pPr>
            <a:lvl2pPr lvl="1"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2pPr>
            <a:lvl3pPr lvl="2"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3pPr>
            <a:lvl4pPr lvl="3"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4pPr>
            <a:lvl5pPr lvl="4"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5pPr>
            <a:lvl6pPr lvl="5"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6pPr>
            <a:lvl7pPr lvl="6"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7pPr>
            <a:lvl8pPr lvl="7"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8pPr>
            <a:lvl9pPr lvl="8" algn="ctr" rtl="0">
              <a:lnSpc>
                <a:spcPct val="100000"/>
              </a:lnSpc>
              <a:spcBef>
                <a:spcPts val="0"/>
              </a:spcBef>
              <a:spcAft>
                <a:spcPts val="0"/>
              </a:spcAft>
              <a:buClr>
                <a:schemeClr val="accent5"/>
              </a:buClr>
              <a:buSzPts val="3000"/>
              <a:buFont typeface="Roboto Slab"/>
              <a:buNone/>
              <a:defRPr sz="30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795562" y="4257501"/>
            <a:ext cx="4674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528825" y="2667036"/>
            <a:ext cx="9044400" cy="1371300"/>
          </a:xfrm>
          <a:prstGeom prst="rect">
            <a:avLst/>
          </a:prstGeom>
        </p:spPr>
        <p:txBody>
          <a:bodyPr spcFirstLastPara="1" wrap="square" lIns="113100" tIns="113100" rIns="113100" bIns="113100" anchor="b" anchorCtr="0">
            <a:noAutofit/>
          </a:bodyPr>
          <a:lstStyle>
            <a:lvl1pPr lvl="0" algn="ctr" rtl="0">
              <a:spcBef>
                <a:spcPts val="0"/>
              </a:spcBef>
              <a:spcAft>
                <a:spcPts val="0"/>
              </a:spcAft>
              <a:buSzPts val="5900"/>
              <a:buNone/>
              <a:defRPr sz="5900"/>
            </a:lvl1pPr>
            <a:lvl2pPr lvl="1" algn="ctr" rtl="0">
              <a:spcBef>
                <a:spcPts val="0"/>
              </a:spcBef>
              <a:spcAft>
                <a:spcPts val="0"/>
              </a:spcAft>
              <a:buSzPts val="5900"/>
              <a:buNone/>
              <a:defRPr sz="5900"/>
            </a:lvl2pPr>
            <a:lvl3pPr lvl="2" algn="ctr" rtl="0">
              <a:spcBef>
                <a:spcPts val="0"/>
              </a:spcBef>
              <a:spcAft>
                <a:spcPts val="0"/>
              </a:spcAft>
              <a:buSzPts val="5900"/>
              <a:buNone/>
              <a:defRPr sz="5900"/>
            </a:lvl3pPr>
            <a:lvl4pPr lvl="3" algn="ctr" rtl="0">
              <a:spcBef>
                <a:spcPts val="0"/>
              </a:spcBef>
              <a:spcAft>
                <a:spcPts val="0"/>
              </a:spcAft>
              <a:buSzPts val="5900"/>
              <a:buNone/>
              <a:defRPr sz="5900"/>
            </a:lvl4pPr>
            <a:lvl5pPr lvl="4" algn="ctr" rtl="0">
              <a:spcBef>
                <a:spcPts val="0"/>
              </a:spcBef>
              <a:spcAft>
                <a:spcPts val="0"/>
              </a:spcAft>
              <a:buSzPts val="5900"/>
              <a:buNone/>
              <a:defRPr sz="5900"/>
            </a:lvl5pPr>
            <a:lvl6pPr lvl="5" algn="ctr" rtl="0">
              <a:spcBef>
                <a:spcPts val="0"/>
              </a:spcBef>
              <a:spcAft>
                <a:spcPts val="0"/>
              </a:spcAft>
              <a:buSzPts val="5900"/>
              <a:buNone/>
              <a:defRPr sz="5900"/>
            </a:lvl6pPr>
            <a:lvl7pPr lvl="6" algn="ctr" rtl="0">
              <a:spcBef>
                <a:spcPts val="0"/>
              </a:spcBef>
              <a:spcAft>
                <a:spcPts val="0"/>
              </a:spcAft>
              <a:buSzPts val="5900"/>
              <a:buNone/>
              <a:defRPr sz="5900"/>
            </a:lvl7pPr>
            <a:lvl8pPr lvl="7" algn="ctr" rtl="0">
              <a:spcBef>
                <a:spcPts val="0"/>
              </a:spcBef>
              <a:spcAft>
                <a:spcPts val="0"/>
              </a:spcAft>
              <a:buSzPts val="5900"/>
              <a:buNone/>
              <a:defRPr sz="5900"/>
            </a:lvl8pPr>
            <a:lvl9pPr lvl="8" algn="ctr" rtl="0">
              <a:spcBef>
                <a:spcPts val="0"/>
              </a:spcBef>
              <a:spcAft>
                <a:spcPts val="0"/>
              </a:spcAft>
              <a:buSzPts val="5900"/>
              <a:buNone/>
              <a:defRPr sz="5900"/>
            </a:lvl9pPr>
          </a:lstStyle>
          <a:p>
            <a:endParaRPr/>
          </a:p>
        </p:txBody>
      </p:sp>
      <p:sp>
        <p:nvSpPr>
          <p:cNvPr id="19" name="Google Shape;19;p3"/>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541819" y="1904429"/>
            <a:ext cx="4674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23" name="Google Shape;23;p4"/>
          <p:cNvSpPr txBox="1">
            <a:spLocks noGrp="1"/>
          </p:cNvSpPr>
          <p:nvPr>
            <p:ph type="body" idx="1"/>
          </p:nvPr>
        </p:nvSpPr>
        <p:spPr>
          <a:xfrm>
            <a:off x="426690" y="2251290"/>
            <a:ext cx="9204900" cy="4652700"/>
          </a:xfrm>
          <a:prstGeom prst="rect">
            <a:avLst/>
          </a:prstGeom>
        </p:spPr>
        <p:txBody>
          <a:bodyPr spcFirstLastPara="1" wrap="square" lIns="113100" tIns="113100" rIns="113100" bIns="113100" anchor="t" anchorCtr="0">
            <a:noAutofit/>
          </a:bodyPr>
          <a:lstStyle>
            <a:lvl1pPr marL="457200" lvl="0" indent="-368300" rtl="0">
              <a:spcBef>
                <a:spcPts val="0"/>
              </a:spcBef>
              <a:spcAft>
                <a:spcPts val="0"/>
              </a:spcAft>
              <a:buSzPts val="2200"/>
              <a:buChar char="●"/>
              <a:defRPr/>
            </a:lvl1pPr>
            <a:lvl2pPr marL="914400" lvl="1" indent="-336550" rtl="0">
              <a:spcBef>
                <a:spcPts val="2000"/>
              </a:spcBef>
              <a:spcAft>
                <a:spcPts val="0"/>
              </a:spcAft>
              <a:buSzPts val="1700"/>
              <a:buChar char="○"/>
              <a:defRPr/>
            </a:lvl2pPr>
            <a:lvl3pPr marL="1371600" lvl="2" indent="-336550" rtl="0">
              <a:spcBef>
                <a:spcPts val="2000"/>
              </a:spcBef>
              <a:spcAft>
                <a:spcPts val="0"/>
              </a:spcAft>
              <a:buSzPts val="1700"/>
              <a:buChar char="■"/>
              <a:defRPr/>
            </a:lvl3pPr>
            <a:lvl4pPr marL="1828800" lvl="3" indent="-336550" rtl="0">
              <a:spcBef>
                <a:spcPts val="2000"/>
              </a:spcBef>
              <a:spcAft>
                <a:spcPts val="0"/>
              </a:spcAft>
              <a:buSzPts val="1700"/>
              <a:buChar char="●"/>
              <a:defRPr/>
            </a:lvl4pPr>
            <a:lvl5pPr marL="2286000" lvl="4" indent="-336550" rtl="0">
              <a:spcBef>
                <a:spcPts val="2000"/>
              </a:spcBef>
              <a:spcAft>
                <a:spcPts val="0"/>
              </a:spcAft>
              <a:buSzPts val="1700"/>
              <a:buChar char="○"/>
              <a:defRPr/>
            </a:lvl5pPr>
            <a:lvl6pPr marL="2743200" lvl="5" indent="-336550" rtl="0">
              <a:spcBef>
                <a:spcPts val="2000"/>
              </a:spcBef>
              <a:spcAft>
                <a:spcPts val="0"/>
              </a:spcAft>
              <a:buSzPts val="1700"/>
              <a:buChar char="■"/>
              <a:defRPr/>
            </a:lvl6pPr>
            <a:lvl7pPr marL="3200400" lvl="6" indent="-336550" rtl="0">
              <a:spcBef>
                <a:spcPts val="2000"/>
              </a:spcBef>
              <a:spcAft>
                <a:spcPts val="0"/>
              </a:spcAft>
              <a:buSzPts val="1700"/>
              <a:buChar char="●"/>
              <a:defRPr/>
            </a:lvl7pPr>
            <a:lvl8pPr marL="3657600" lvl="7" indent="-336550" rtl="0">
              <a:spcBef>
                <a:spcPts val="2000"/>
              </a:spcBef>
              <a:spcAft>
                <a:spcPts val="0"/>
              </a:spcAft>
              <a:buSzPts val="1700"/>
              <a:buChar char="○"/>
              <a:defRPr/>
            </a:lvl8pPr>
            <a:lvl9pPr marL="4114800" lvl="8" indent="-336550" rtl="0">
              <a:spcBef>
                <a:spcPts val="2000"/>
              </a:spcBef>
              <a:spcAft>
                <a:spcPts val="2000"/>
              </a:spcAft>
              <a:buSzPts val="1700"/>
              <a:buChar char="■"/>
              <a:defRPr/>
            </a:lvl9pPr>
          </a:lstStyle>
          <a:p>
            <a:endParaRPr/>
          </a:p>
        </p:txBody>
      </p:sp>
      <p:sp>
        <p:nvSpPr>
          <p:cNvPr id="24" name="Google Shape;24;p4"/>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541819" y="1904429"/>
            <a:ext cx="4674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28" name="Google Shape;28;p5"/>
          <p:cNvSpPr txBox="1">
            <a:spLocks noGrp="1"/>
          </p:cNvSpPr>
          <p:nvPr>
            <p:ph type="body" idx="1"/>
          </p:nvPr>
        </p:nvSpPr>
        <p:spPr>
          <a:xfrm>
            <a:off x="426690" y="2251291"/>
            <a:ext cx="4399800" cy="4652700"/>
          </a:xfrm>
          <a:prstGeom prst="rect">
            <a:avLst/>
          </a:prstGeom>
        </p:spPr>
        <p:txBody>
          <a:bodyPr spcFirstLastPara="1" wrap="square" lIns="113100" tIns="113100" rIns="113100" bIns="113100" anchor="t" anchorCtr="0">
            <a:noAutofit/>
          </a:bodyPr>
          <a:lstStyle>
            <a:lvl1pPr marL="457200" lvl="0" indent="-336550" rtl="0">
              <a:spcBef>
                <a:spcPts val="0"/>
              </a:spcBef>
              <a:spcAft>
                <a:spcPts val="0"/>
              </a:spcAft>
              <a:buSzPts val="1700"/>
              <a:buChar char="●"/>
              <a:defRPr sz="1700"/>
            </a:lvl1pPr>
            <a:lvl2pPr marL="914400" lvl="1" indent="-323850" rtl="0">
              <a:spcBef>
                <a:spcPts val="2000"/>
              </a:spcBef>
              <a:spcAft>
                <a:spcPts val="0"/>
              </a:spcAft>
              <a:buSzPts val="1500"/>
              <a:buChar char="○"/>
              <a:defRPr sz="1500"/>
            </a:lvl2pPr>
            <a:lvl3pPr marL="1371600" lvl="2" indent="-323850" rtl="0">
              <a:spcBef>
                <a:spcPts val="2000"/>
              </a:spcBef>
              <a:spcAft>
                <a:spcPts val="0"/>
              </a:spcAft>
              <a:buSzPts val="1500"/>
              <a:buChar char="■"/>
              <a:defRPr sz="1500"/>
            </a:lvl3pPr>
            <a:lvl4pPr marL="1828800" lvl="3" indent="-323850" rtl="0">
              <a:spcBef>
                <a:spcPts val="2000"/>
              </a:spcBef>
              <a:spcAft>
                <a:spcPts val="0"/>
              </a:spcAft>
              <a:buSzPts val="1500"/>
              <a:buChar char="●"/>
              <a:defRPr sz="1500"/>
            </a:lvl4pPr>
            <a:lvl5pPr marL="2286000" lvl="4" indent="-323850" rtl="0">
              <a:spcBef>
                <a:spcPts val="2000"/>
              </a:spcBef>
              <a:spcAft>
                <a:spcPts val="0"/>
              </a:spcAft>
              <a:buSzPts val="1500"/>
              <a:buChar char="○"/>
              <a:defRPr sz="1500"/>
            </a:lvl5pPr>
            <a:lvl6pPr marL="2743200" lvl="5" indent="-323850" rtl="0">
              <a:spcBef>
                <a:spcPts val="2000"/>
              </a:spcBef>
              <a:spcAft>
                <a:spcPts val="0"/>
              </a:spcAft>
              <a:buSzPts val="1500"/>
              <a:buChar char="■"/>
              <a:defRPr sz="1500"/>
            </a:lvl6pPr>
            <a:lvl7pPr marL="3200400" lvl="6" indent="-323850" rtl="0">
              <a:spcBef>
                <a:spcPts val="2000"/>
              </a:spcBef>
              <a:spcAft>
                <a:spcPts val="0"/>
              </a:spcAft>
              <a:buSzPts val="1500"/>
              <a:buChar char="●"/>
              <a:defRPr sz="1500"/>
            </a:lvl7pPr>
            <a:lvl8pPr marL="3657600" lvl="7" indent="-323850" rtl="0">
              <a:spcBef>
                <a:spcPts val="2000"/>
              </a:spcBef>
              <a:spcAft>
                <a:spcPts val="0"/>
              </a:spcAft>
              <a:buSzPts val="1500"/>
              <a:buChar char="○"/>
              <a:defRPr sz="1500"/>
            </a:lvl8pPr>
            <a:lvl9pPr marL="4114800" lvl="8" indent="-323850" rtl="0">
              <a:spcBef>
                <a:spcPts val="2000"/>
              </a:spcBef>
              <a:spcAft>
                <a:spcPts val="2000"/>
              </a:spcAft>
              <a:buSzPts val="1500"/>
              <a:buChar char="■"/>
              <a:defRPr sz="1500"/>
            </a:lvl9pPr>
          </a:lstStyle>
          <a:p>
            <a:endParaRPr/>
          </a:p>
        </p:txBody>
      </p:sp>
      <p:sp>
        <p:nvSpPr>
          <p:cNvPr id="29" name="Google Shape;29;p5"/>
          <p:cNvSpPr txBox="1">
            <a:spLocks noGrp="1"/>
          </p:cNvSpPr>
          <p:nvPr>
            <p:ph type="body" idx="2"/>
          </p:nvPr>
        </p:nvSpPr>
        <p:spPr>
          <a:xfrm>
            <a:off x="5231820" y="2251291"/>
            <a:ext cx="4399800" cy="4652700"/>
          </a:xfrm>
          <a:prstGeom prst="rect">
            <a:avLst/>
          </a:prstGeom>
        </p:spPr>
        <p:txBody>
          <a:bodyPr spcFirstLastPara="1" wrap="square" lIns="113100" tIns="113100" rIns="113100" bIns="113100" anchor="t" anchorCtr="0">
            <a:noAutofit/>
          </a:bodyPr>
          <a:lstStyle>
            <a:lvl1pPr marL="457200" lvl="0" indent="-336550" rtl="0">
              <a:spcBef>
                <a:spcPts val="0"/>
              </a:spcBef>
              <a:spcAft>
                <a:spcPts val="0"/>
              </a:spcAft>
              <a:buSzPts val="1700"/>
              <a:buChar char="●"/>
              <a:defRPr sz="1700"/>
            </a:lvl1pPr>
            <a:lvl2pPr marL="914400" lvl="1" indent="-323850" rtl="0">
              <a:spcBef>
                <a:spcPts val="2000"/>
              </a:spcBef>
              <a:spcAft>
                <a:spcPts val="0"/>
              </a:spcAft>
              <a:buSzPts val="1500"/>
              <a:buChar char="○"/>
              <a:defRPr sz="1500"/>
            </a:lvl2pPr>
            <a:lvl3pPr marL="1371600" lvl="2" indent="-323850" rtl="0">
              <a:spcBef>
                <a:spcPts val="2000"/>
              </a:spcBef>
              <a:spcAft>
                <a:spcPts val="0"/>
              </a:spcAft>
              <a:buSzPts val="1500"/>
              <a:buChar char="■"/>
              <a:defRPr sz="1500"/>
            </a:lvl3pPr>
            <a:lvl4pPr marL="1828800" lvl="3" indent="-323850" rtl="0">
              <a:spcBef>
                <a:spcPts val="2000"/>
              </a:spcBef>
              <a:spcAft>
                <a:spcPts val="0"/>
              </a:spcAft>
              <a:buSzPts val="1500"/>
              <a:buChar char="●"/>
              <a:defRPr sz="1500"/>
            </a:lvl4pPr>
            <a:lvl5pPr marL="2286000" lvl="4" indent="-323850" rtl="0">
              <a:spcBef>
                <a:spcPts val="2000"/>
              </a:spcBef>
              <a:spcAft>
                <a:spcPts val="0"/>
              </a:spcAft>
              <a:buSzPts val="1500"/>
              <a:buChar char="○"/>
              <a:defRPr sz="1500"/>
            </a:lvl5pPr>
            <a:lvl6pPr marL="2743200" lvl="5" indent="-323850" rtl="0">
              <a:spcBef>
                <a:spcPts val="2000"/>
              </a:spcBef>
              <a:spcAft>
                <a:spcPts val="0"/>
              </a:spcAft>
              <a:buSzPts val="1500"/>
              <a:buChar char="■"/>
              <a:defRPr sz="1500"/>
            </a:lvl6pPr>
            <a:lvl7pPr marL="3200400" lvl="6" indent="-323850" rtl="0">
              <a:spcBef>
                <a:spcPts val="2000"/>
              </a:spcBef>
              <a:spcAft>
                <a:spcPts val="0"/>
              </a:spcAft>
              <a:buSzPts val="1500"/>
              <a:buChar char="●"/>
              <a:defRPr sz="1500"/>
            </a:lvl7pPr>
            <a:lvl8pPr marL="3657600" lvl="7" indent="-323850" rtl="0">
              <a:spcBef>
                <a:spcPts val="2000"/>
              </a:spcBef>
              <a:spcAft>
                <a:spcPts val="0"/>
              </a:spcAft>
              <a:buSzPts val="1500"/>
              <a:buChar char="○"/>
              <a:defRPr sz="1500"/>
            </a:lvl8pPr>
            <a:lvl9pPr marL="4114800" lvl="8" indent="-323850" rtl="0">
              <a:spcBef>
                <a:spcPts val="2000"/>
              </a:spcBef>
              <a:spcAft>
                <a:spcPts val="2000"/>
              </a:spcAft>
              <a:buSzPts val="1500"/>
              <a:buChar char="■"/>
              <a:defRPr sz="1500"/>
            </a:lvl9pPr>
          </a:lstStyle>
          <a:p>
            <a:endParaRPr/>
          </a:p>
        </p:txBody>
      </p:sp>
      <p:sp>
        <p:nvSpPr>
          <p:cNvPr id="30" name="Google Shape;30;p5"/>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33" name="Google Shape;33;p6"/>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538140" y="2134107"/>
            <a:ext cx="3648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426690" y="839573"/>
            <a:ext cx="3088800" cy="1141800"/>
          </a:xfrm>
          <a:prstGeom prst="rect">
            <a:avLst/>
          </a:prstGeom>
        </p:spPr>
        <p:txBody>
          <a:bodyPr spcFirstLastPara="1" wrap="square" lIns="113100" tIns="113100" rIns="113100" bIns="113100"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37" name="Google Shape;37;p7"/>
          <p:cNvSpPr txBox="1">
            <a:spLocks noGrp="1"/>
          </p:cNvSpPr>
          <p:nvPr>
            <p:ph type="body" idx="1"/>
          </p:nvPr>
        </p:nvSpPr>
        <p:spPr>
          <a:xfrm>
            <a:off x="426690" y="2408749"/>
            <a:ext cx="3088800" cy="4051500"/>
          </a:xfrm>
          <a:prstGeom prst="rect">
            <a:avLst/>
          </a:prstGeom>
        </p:spPr>
        <p:txBody>
          <a:bodyPr spcFirstLastPara="1" wrap="square" lIns="113100" tIns="113100" rIns="113100" bIns="113100" anchor="t" anchorCtr="0">
            <a:noAutofit/>
          </a:bodyPr>
          <a:lstStyle>
            <a:lvl1pPr marL="457200" lvl="0" indent="-323850" rtl="0">
              <a:spcBef>
                <a:spcPts val="0"/>
              </a:spcBef>
              <a:spcAft>
                <a:spcPts val="0"/>
              </a:spcAft>
              <a:buSzPts val="1500"/>
              <a:buChar char="●"/>
              <a:defRPr sz="1500"/>
            </a:lvl1pPr>
            <a:lvl2pPr marL="914400" lvl="1" indent="-323850" rtl="0">
              <a:spcBef>
                <a:spcPts val="2000"/>
              </a:spcBef>
              <a:spcAft>
                <a:spcPts val="0"/>
              </a:spcAft>
              <a:buSzPts val="1500"/>
              <a:buChar char="○"/>
              <a:defRPr sz="1500"/>
            </a:lvl2pPr>
            <a:lvl3pPr marL="1371600" lvl="2" indent="-323850" rtl="0">
              <a:spcBef>
                <a:spcPts val="2000"/>
              </a:spcBef>
              <a:spcAft>
                <a:spcPts val="0"/>
              </a:spcAft>
              <a:buSzPts val="1500"/>
              <a:buChar char="■"/>
              <a:defRPr sz="1500"/>
            </a:lvl3pPr>
            <a:lvl4pPr marL="1828800" lvl="3" indent="-323850" rtl="0">
              <a:spcBef>
                <a:spcPts val="2000"/>
              </a:spcBef>
              <a:spcAft>
                <a:spcPts val="0"/>
              </a:spcAft>
              <a:buSzPts val="1500"/>
              <a:buChar char="●"/>
              <a:defRPr sz="1500"/>
            </a:lvl4pPr>
            <a:lvl5pPr marL="2286000" lvl="4" indent="-323850" rtl="0">
              <a:spcBef>
                <a:spcPts val="2000"/>
              </a:spcBef>
              <a:spcAft>
                <a:spcPts val="0"/>
              </a:spcAft>
              <a:buSzPts val="1500"/>
              <a:buChar char="○"/>
              <a:defRPr sz="1500"/>
            </a:lvl5pPr>
            <a:lvl6pPr marL="2743200" lvl="5" indent="-323850" rtl="0">
              <a:spcBef>
                <a:spcPts val="2000"/>
              </a:spcBef>
              <a:spcAft>
                <a:spcPts val="0"/>
              </a:spcAft>
              <a:buSzPts val="1500"/>
              <a:buChar char="■"/>
              <a:defRPr sz="1500"/>
            </a:lvl6pPr>
            <a:lvl7pPr marL="3200400" lvl="6" indent="-323850" rtl="0">
              <a:spcBef>
                <a:spcPts val="2000"/>
              </a:spcBef>
              <a:spcAft>
                <a:spcPts val="0"/>
              </a:spcAft>
              <a:buSzPts val="1500"/>
              <a:buChar char="●"/>
              <a:defRPr sz="1500"/>
            </a:lvl7pPr>
            <a:lvl8pPr marL="3657600" lvl="7" indent="-323850" rtl="0">
              <a:spcBef>
                <a:spcPts val="2000"/>
              </a:spcBef>
              <a:spcAft>
                <a:spcPts val="0"/>
              </a:spcAft>
              <a:buSzPts val="1500"/>
              <a:buChar char="○"/>
              <a:defRPr sz="1500"/>
            </a:lvl8pPr>
            <a:lvl9pPr marL="4114800" lvl="8" indent="-323850" rtl="0">
              <a:spcBef>
                <a:spcPts val="2000"/>
              </a:spcBef>
              <a:spcAft>
                <a:spcPts val="2000"/>
              </a:spcAft>
              <a:buSzPts val="1500"/>
              <a:buChar char="■"/>
              <a:defRPr sz="1500"/>
            </a:lvl9pPr>
          </a:lstStyle>
          <a:p>
            <a:endParaRPr/>
          </a:p>
        </p:txBody>
      </p:sp>
      <p:sp>
        <p:nvSpPr>
          <p:cNvPr id="38" name="Google Shape;38;p7"/>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539275" y="795373"/>
            <a:ext cx="6180600" cy="6181800"/>
          </a:xfrm>
          <a:prstGeom prst="rect">
            <a:avLst/>
          </a:prstGeom>
        </p:spPr>
        <p:txBody>
          <a:bodyPr spcFirstLastPara="1" wrap="square" lIns="113100" tIns="113100" rIns="113100" bIns="113100" anchor="ctr" anchorCtr="0">
            <a:noAutofit/>
          </a:bodyPr>
          <a:lstStyle>
            <a:lvl1pPr lvl="0" rtl="0">
              <a:spcBef>
                <a:spcPts val="0"/>
              </a:spcBef>
              <a:spcAft>
                <a:spcPts val="0"/>
              </a:spcAft>
              <a:buSzPts val="5900"/>
              <a:buNone/>
              <a:defRPr sz="5900"/>
            </a:lvl1pPr>
            <a:lvl2pPr lvl="1" rtl="0">
              <a:spcBef>
                <a:spcPts val="0"/>
              </a:spcBef>
              <a:spcAft>
                <a:spcPts val="0"/>
              </a:spcAft>
              <a:buSzPts val="5900"/>
              <a:buNone/>
              <a:defRPr sz="5900"/>
            </a:lvl2pPr>
            <a:lvl3pPr lvl="2" rtl="0">
              <a:spcBef>
                <a:spcPts val="0"/>
              </a:spcBef>
              <a:spcAft>
                <a:spcPts val="0"/>
              </a:spcAft>
              <a:buSzPts val="5900"/>
              <a:buNone/>
              <a:defRPr sz="5900"/>
            </a:lvl3pPr>
            <a:lvl4pPr lvl="3" rtl="0">
              <a:spcBef>
                <a:spcPts val="0"/>
              </a:spcBef>
              <a:spcAft>
                <a:spcPts val="0"/>
              </a:spcAft>
              <a:buSzPts val="5900"/>
              <a:buNone/>
              <a:defRPr sz="5900"/>
            </a:lvl4pPr>
            <a:lvl5pPr lvl="4" rtl="0">
              <a:spcBef>
                <a:spcPts val="0"/>
              </a:spcBef>
              <a:spcAft>
                <a:spcPts val="0"/>
              </a:spcAft>
              <a:buSzPts val="5900"/>
              <a:buNone/>
              <a:defRPr sz="5900"/>
            </a:lvl5pPr>
            <a:lvl6pPr lvl="5" rtl="0">
              <a:spcBef>
                <a:spcPts val="0"/>
              </a:spcBef>
              <a:spcAft>
                <a:spcPts val="0"/>
              </a:spcAft>
              <a:buSzPts val="5900"/>
              <a:buNone/>
              <a:defRPr sz="5900"/>
            </a:lvl6pPr>
            <a:lvl7pPr lvl="6" rtl="0">
              <a:spcBef>
                <a:spcPts val="0"/>
              </a:spcBef>
              <a:spcAft>
                <a:spcPts val="0"/>
              </a:spcAft>
              <a:buSzPts val="5900"/>
              <a:buNone/>
              <a:defRPr sz="5900"/>
            </a:lvl7pPr>
            <a:lvl8pPr lvl="7" rtl="0">
              <a:spcBef>
                <a:spcPts val="0"/>
              </a:spcBef>
              <a:spcAft>
                <a:spcPts val="0"/>
              </a:spcAft>
              <a:buSzPts val="5900"/>
              <a:buNone/>
              <a:defRPr sz="5900"/>
            </a:lvl8pPr>
            <a:lvl9pPr lvl="8" rtl="0">
              <a:spcBef>
                <a:spcPts val="0"/>
              </a:spcBef>
              <a:spcAft>
                <a:spcPts val="0"/>
              </a:spcAft>
              <a:buSzPts val="5900"/>
              <a:buNone/>
              <a:defRPr sz="5900"/>
            </a:lvl9pPr>
          </a:lstStyle>
          <a:p>
            <a:endParaRPr/>
          </a:p>
        </p:txBody>
      </p:sp>
      <p:sp>
        <p:nvSpPr>
          <p:cNvPr id="41" name="Google Shape;41;p8"/>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51450" y="6397629"/>
            <a:ext cx="6598800" cy="904800"/>
          </a:xfrm>
          <a:prstGeom prst="rect">
            <a:avLst/>
          </a:prstGeom>
        </p:spPr>
        <p:txBody>
          <a:bodyPr spcFirstLastPara="1" wrap="square" lIns="113100" tIns="113100" rIns="113100" bIns="113100" anchor="ctr" anchorCtr="0">
            <a:noAutofit/>
          </a:bodyPr>
          <a:lstStyle>
            <a:lvl1pPr marL="457200" lvl="0" indent="-228600" rtl="0">
              <a:lnSpc>
                <a:spcPct val="100000"/>
              </a:lnSpc>
              <a:spcBef>
                <a:spcPts val="0"/>
              </a:spcBef>
              <a:spcAft>
                <a:spcPts val="0"/>
              </a:spcAft>
              <a:buSzPts val="22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65" y="7671647"/>
            <a:ext cx="10058100" cy="100500"/>
          </a:xfrm>
          <a:prstGeom prst="rect">
            <a:avLst/>
          </a:prstGeom>
          <a:solidFill>
            <a:schemeClr val="accent4"/>
          </a:solidFill>
          <a:ln>
            <a:noFill/>
          </a:ln>
        </p:spPr>
        <p:txBody>
          <a:bodyPr spcFirstLastPara="1" wrap="square" lIns="113100" tIns="113100" rIns="113100" bIns="113100"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426690" y="1741480"/>
            <a:ext cx="9204900" cy="2324700"/>
          </a:xfrm>
          <a:prstGeom prst="rect">
            <a:avLst/>
          </a:prstGeom>
        </p:spPr>
        <p:txBody>
          <a:bodyPr spcFirstLastPara="1" wrap="square" lIns="113100" tIns="113100" rIns="113100" bIns="113100" anchor="ctr" anchorCtr="0">
            <a:noAutofit/>
          </a:bodyPr>
          <a:lstStyle>
            <a:lvl1pPr lvl="0" algn="ctr" rtl="0">
              <a:spcBef>
                <a:spcPts val="0"/>
              </a:spcBef>
              <a:spcAft>
                <a:spcPts val="0"/>
              </a:spcAft>
              <a:buClr>
                <a:schemeClr val="accent5"/>
              </a:buClr>
              <a:buSzPts val="16100"/>
              <a:buNone/>
              <a:defRPr sz="16100">
                <a:solidFill>
                  <a:schemeClr val="accent5"/>
                </a:solidFill>
              </a:defRPr>
            </a:lvl1pPr>
            <a:lvl2pPr lvl="1" algn="ctr" rtl="0">
              <a:spcBef>
                <a:spcPts val="0"/>
              </a:spcBef>
              <a:spcAft>
                <a:spcPts val="0"/>
              </a:spcAft>
              <a:buClr>
                <a:schemeClr val="accent5"/>
              </a:buClr>
              <a:buSzPts val="16100"/>
              <a:buNone/>
              <a:defRPr sz="16100">
                <a:solidFill>
                  <a:schemeClr val="accent5"/>
                </a:solidFill>
              </a:defRPr>
            </a:lvl2pPr>
            <a:lvl3pPr lvl="2" algn="ctr" rtl="0">
              <a:spcBef>
                <a:spcPts val="0"/>
              </a:spcBef>
              <a:spcAft>
                <a:spcPts val="0"/>
              </a:spcAft>
              <a:buClr>
                <a:schemeClr val="accent5"/>
              </a:buClr>
              <a:buSzPts val="16100"/>
              <a:buNone/>
              <a:defRPr sz="16100">
                <a:solidFill>
                  <a:schemeClr val="accent5"/>
                </a:solidFill>
              </a:defRPr>
            </a:lvl3pPr>
            <a:lvl4pPr lvl="3" algn="ctr" rtl="0">
              <a:spcBef>
                <a:spcPts val="0"/>
              </a:spcBef>
              <a:spcAft>
                <a:spcPts val="0"/>
              </a:spcAft>
              <a:buClr>
                <a:schemeClr val="accent5"/>
              </a:buClr>
              <a:buSzPts val="16100"/>
              <a:buNone/>
              <a:defRPr sz="16100">
                <a:solidFill>
                  <a:schemeClr val="accent5"/>
                </a:solidFill>
              </a:defRPr>
            </a:lvl4pPr>
            <a:lvl5pPr lvl="4" algn="ctr" rtl="0">
              <a:spcBef>
                <a:spcPts val="0"/>
              </a:spcBef>
              <a:spcAft>
                <a:spcPts val="0"/>
              </a:spcAft>
              <a:buClr>
                <a:schemeClr val="accent5"/>
              </a:buClr>
              <a:buSzPts val="16100"/>
              <a:buNone/>
              <a:defRPr sz="16100">
                <a:solidFill>
                  <a:schemeClr val="accent5"/>
                </a:solidFill>
              </a:defRPr>
            </a:lvl5pPr>
            <a:lvl6pPr lvl="5" algn="ctr" rtl="0">
              <a:spcBef>
                <a:spcPts val="0"/>
              </a:spcBef>
              <a:spcAft>
                <a:spcPts val="0"/>
              </a:spcAft>
              <a:buClr>
                <a:schemeClr val="accent5"/>
              </a:buClr>
              <a:buSzPts val="16100"/>
              <a:buNone/>
              <a:defRPr sz="16100">
                <a:solidFill>
                  <a:schemeClr val="accent5"/>
                </a:solidFill>
              </a:defRPr>
            </a:lvl6pPr>
            <a:lvl7pPr lvl="6" algn="ctr" rtl="0">
              <a:spcBef>
                <a:spcPts val="0"/>
              </a:spcBef>
              <a:spcAft>
                <a:spcPts val="0"/>
              </a:spcAft>
              <a:buClr>
                <a:schemeClr val="accent5"/>
              </a:buClr>
              <a:buSzPts val="16100"/>
              <a:buNone/>
              <a:defRPr sz="16100">
                <a:solidFill>
                  <a:schemeClr val="accent5"/>
                </a:solidFill>
              </a:defRPr>
            </a:lvl7pPr>
            <a:lvl8pPr lvl="7" algn="ctr" rtl="0">
              <a:spcBef>
                <a:spcPts val="0"/>
              </a:spcBef>
              <a:spcAft>
                <a:spcPts val="0"/>
              </a:spcAft>
              <a:buClr>
                <a:schemeClr val="accent5"/>
              </a:buClr>
              <a:buSzPts val="16100"/>
              <a:buNone/>
              <a:defRPr sz="16100">
                <a:solidFill>
                  <a:schemeClr val="accent5"/>
                </a:solidFill>
              </a:defRPr>
            </a:lvl8pPr>
            <a:lvl9pPr lvl="8" algn="ctr" rtl="0">
              <a:spcBef>
                <a:spcPts val="0"/>
              </a:spcBef>
              <a:spcAft>
                <a:spcPts val="0"/>
              </a:spcAft>
              <a:buClr>
                <a:schemeClr val="accent5"/>
              </a:buClr>
              <a:buSzPts val="16100"/>
              <a:buNone/>
              <a:defRPr sz="16100">
                <a:solidFill>
                  <a:schemeClr val="accent5"/>
                </a:solidFill>
              </a:defRPr>
            </a:lvl9pPr>
          </a:lstStyle>
          <a:p>
            <a:r>
              <a:t>xx%</a:t>
            </a:r>
          </a:p>
        </p:txBody>
      </p:sp>
      <p:sp>
        <p:nvSpPr>
          <p:cNvPr id="55" name="Google Shape;55;p11"/>
          <p:cNvSpPr txBox="1">
            <a:spLocks noGrp="1"/>
          </p:cNvSpPr>
          <p:nvPr>
            <p:ph type="body" idx="1"/>
          </p:nvPr>
        </p:nvSpPr>
        <p:spPr>
          <a:xfrm>
            <a:off x="426690" y="4411613"/>
            <a:ext cx="9204900" cy="1619400"/>
          </a:xfrm>
          <a:prstGeom prst="rect">
            <a:avLst/>
          </a:prstGeom>
        </p:spPr>
        <p:txBody>
          <a:bodyPr spcFirstLastPara="1" wrap="square" lIns="113100" tIns="113100" rIns="113100" bIns="113100" anchor="t" anchorCtr="0">
            <a:noAutofit/>
          </a:bodyPr>
          <a:lstStyle>
            <a:lvl1pPr marL="457200" lvl="0" indent="-368300" algn="ctr" rtl="0">
              <a:spcBef>
                <a:spcPts val="0"/>
              </a:spcBef>
              <a:spcAft>
                <a:spcPts val="0"/>
              </a:spcAft>
              <a:buSzPts val="2200"/>
              <a:buChar char="●"/>
              <a:defRPr/>
            </a:lvl1pPr>
            <a:lvl2pPr marL="914400" lvl="1" indent="-336550" algn="ctr" rtl="0">
              <a:spcBef>
                <a:spcPts val="2000"/>
              </a:spcBef>
              <a:spcAft>
                <a:spcPts val="0"/>
              </a:spcAft>
              <a:buSzPts val="1700"/>
              <a:buChar char="○"/>
              <a:defRPr/>
            </a:lvl2pPr>
            <a:lvl3pPr marL="1371600" lvl="2" indent="-336550" algn="ctr" rtl="0">
              <a:spcBef>
                <a:spcPts val="2000"/>
              </a:spcBef>
              <a:spcAft>
                <a:spcPts val="0"/>
              </a:spcAft>
              <a:buSzPts val="1700"/>
              <a:buChar char="■"/>
              <a:defRPr/>
            </a:lvl3pPr>
            <a:lvl4pPr marL="1828800" lvl="3" indent="-336550" algn="ctr" rtl="0">
              <a:spcBef>
                <a:spcPts val="2000"/>
              </a:spcBef>
              <a:spcAft>
                <a:spcPts val="0"/>
              </a:spcAft>
              <a:buSzPts val="1700"/>
              <a:buChar char="●"/>
              <a:defRPr/>
            </a:lvl4pPr>
            <a:lvl5pPr marL="2286000" lvl="4" indent="-336550" algn="ctr" rtl="0">
              <a:spcBef>
                <a:spcPts val="2000"/>
              </a:spcBef>
              <a:spcAft>
                <a:spcPts val="0"/>
              </a:spcAft>
              <a:buSzPts val="1700"/>
              <a:buChar char="○"/>
              <a:defRPr/>
            </a:lvl5pPr>
            <a:lvl6pPr marL="2743200" lvl="5" indent="-336550" algn="ctr" rtl="0">
              <a:spcBef>
                <a:spcPts val="2000"/>
              </a:spcBef>
              <a:spcAft>
                <a:spcPts val="0"/>
              </a:spcAft>
              <a:buSzPts val="1700"/>
              <a:buChar char="■"/>
              <a:defRPr/>
            </a:lvl6pPr>
            <a:lvl7pPr marL="3200400" lvl="6" indent="-336550" algn="ctr" rtl="0">
              <a:spcBef>
                <a:spcPts val="2000"/>
              </a:spcBef>
              <a:spcAft>
                <a:spcPts val="0"/>
              </a:spcAft>
              <a:buSzPts val="1700"/>
              <a:buChar char="●"/>
              <a:defRPr/>
            </a:lvl7pPr>
            <a:lvl8pPr marL="3657600" lvl="7" indent="-336550" algn="ctr" rtl="0">
              <a:spcBef>
                <a:spcPts val="2000"/>
              </a:spcBef>
              <a:spcAft>
                <a:spcPts val="0"/>
              </a:spcAft>
              <a:buSzPts val="1700"/>
              <a:buChar char="○"/>
              <a:defRPr/>
            </a:lvl8pPr>
            <a:lvl9pPr marL="4114800" lvl="8" indent="-336550" algn="ctr" rtl="0">
              <a:spcBef>
                <a:spcPts val="2000"/>
              </a:spcBef>
              <a:spcAft>
                <a:spcPts val="2000"/>
              </a:spcAft>
              <a:buSzPts val="1700"/>
              <a:buChar char="■"/>
              <a:defRPr/>
            </a:lvl9pPr>
          </a:lstStyle>
          <a:p>
            <a:endParaRPr/>
          </a:p>
        </p:txBody>
      </p:sp>
      <p:sp>
        <p:nvSpPr>
          <p:cNvPr id="56" name="Google Shape;56;p11"/>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rgbClr val="00517C">
            <a:alpha val="65359"/>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26690" y="692127"/>
            <a:ext cx="9204900" cy="1036800"/>
          </a:xfrm>
          <a:prstGeom prst="rect">
            <a:avLst/>
          </a:prstGeom>
          <a:noFill/>
          <a:ln>
            <a:noFill/>
          </a:ln>
        </p:spPr>
        <p:txBody>
          <a:bodyPr spcFirstLastPara="1" wrap="square" lIns="113100" tIns="113100" rIns="113100" bIns="113100" anchor="b" anchorCtr="0">
            <a:noAutofit/>
          </a:bodyPr>
          <a:lstStyle>
            <a:lvl1pPr lvl="0"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1pPr>
            <a:lvl2pPr lvl="1"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2pPr>
            <a:lvl3pPr lvl="2"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3pPr>
            <a:lvl4pPr lvl="3"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4pPr>
            <a:lvl5pPr lvl="4"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5pPr>
            <a:lvl6pPr lvl="5"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6pPr>
            <a:lvl7pPr lvl="6"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7pPr>
            <a:lvl8pPr lvl="7"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8pPr>
            <a:lvl9pPr lvl="8" rtl="0">
              <a:spcBef>
                <a:spcPts val="0"/>
              </a:spcBef>
              <a:spcAft>
                <a:spcPts val="0"/>
              </a:spcAft>
              <a:buClr>
                <a:schemeClr val="dk1"/>
              </a:buClr>
              <a:buSzPts val="3700"/>
              <a:buFont typeface="Roboto Slab"/>
              <a:buNone/>
              <a:defRPr sz="37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426690" y="2251290"/>
            <a:ext cx="9204900" cy="4652700"/>
          </a:xfrm>
          <a:prstGeom prst="rect">
            <a:avLst/>
          </a:prstGeom>
          <a:noFill/>
          <a:ln>
            <a:noFill/>
          </a:ln>
        </p:spPr>
        <p:txBody>
          <a:bodyPr spcFirstLastPara="1" wrap="square" lIns="113100" tIns="113100" rIns="113100" bIns="113100" anchor="t" anchorCtr="0">
            <a:noAutofit/>
          </a:bodyPr>
          <a:lstStyle>
            <a:lvl1pPr marL="457200" lvl="0" indent="-368300" rtl="0">
              <a:lnSpc>
                <a:spcPct val="115000"/>
              </a:lnSpc>
              <a:spcBef>
                <a:spcPts val="0"/>
              </a:spcBef>
              <a:spcAft>
                <a:spcPts val="0"/>
              </a:spcAft>
              <a:buClr>
                <a:schemeClr val="dk1"/>
              </a:buClr>
              <a:buSzPts val="2200"/>
              <a:buFont typeface="Roboto"/>
              <a:buChar char="●"/>
              <a:defRPr sz="2200">
                <a:solidFill>
                  <a:schemeClr val="dk1"/>
                </a:solidFill>
                <a:latin typeface="Roboto"/>
                <a:ea typeface="Roboto"/>
                <a:cs typeface="Roboto"/>
                <a:sym typeface="Roboto"/>
              </a:defRPr>
            </a:lvl1pPr>
            <a:lvl2pPr marL="914400" lvl="1" indent="-336550" rtl="0">
              <a:lnSpc>
                <a:spcPct val="115000"/>
              </a:lnSpc>
              <a:spcBef>
                <a:spcPts val="2000"/>
              </a:spcBef>
              <a:spcAft>
                <a:spcPts val="0"/>
              </a:spcAft>
              <a:buClr>
                <a:schemeClr val="dk1"/>
              </a:buClr>
              <a:buSzPts val="1700"/>
              <a:buFont typeface="Roboto"/>
              <a:buChar char="○"/>
              <a:defRPr sz="1700">
                <a:solidFill>
                  <a:schemeClr val="dk1"/>
                </a:solidFill>
                <a:latin typeface="Roboto"/>
                <a:ea typeface="Roboto"/>
                <a:cs typeface="Roboto"/>
                <a:sym typeface="Roboto"/>
              </a:defRPr>
            </a:lvl2pPr>
            <a:lvl3pPr marL="1371600" lvl="2" indent="-336550" rtl="0">
              <a:lnSpc>
                <a:spcPct val="115000"/>
              </a:lnSpc>
              <a:spcBef>
                <a:spcPts val="2000"/>
              </a:spcBef>
              <a:spcAft>
                <a:spcPts val="0"/>
              </a:spcAft>
              <a:buClr>
                <a:schemeClr val="dk1"/>
              </a:buClr>
              <a:buSzPts val="1700"/>
              <a:buFont typeface="Roboto"/>
              <a:buChar char="■"/>
              <a:defRPr sz="1700">
                <a:solidFill>
                  <a:schemeClr val="dk1"/>
                </a:solidFill>
                <a:latin typeface="Roboto"/>
                <a:ea typeface="Roboto"/>
                <a:cs typeface="Roboto"/>
                <a:sym typeface="Roboto"/>
              </a:defRPr>
            </a:lvl3pPr>
            <a:lvl4pPr marL="1828800" lvl="3" indent="-336550" rtl="0">
              <a:lnSpc>
                <a:spcPct val="115000"/>
              </a:lnSpc>
              <a:spcBef>
                <a:spcPts val="2000"/>
              </a:spcBef>
              <a:spcAft>
                <a:spcPts val="0"/>
              </a:spcAft>
              <a:buClr>
                <a:schemeClr val="dk1"/>
              </a:buClr>
              <a:buSzPts val="1700"/>
              <a:buFont typeface="Roboto"/>
              <a:buChar char="●"/>
              <a:defRPr sz="1700">
                <a:solidFill>
                  <a:schemeClr val="dk1"/>
                </a:solidFill>
                <a:latin typeface="Roboto"/>
                <a:ea typeface="Roboto"/>
                <a:cs typeface="Roboto"/>
                <a:sym typeface="Roboto"/>
              </a:defRPr>
            </a:lvl4pPr>
            <a:lvl5pPr marL="2286000" lvl="4" indent="-336550" rtl="0">
              <a:lnSpc>
                <a:spcPct val="115000"/>
              </a:lnSpc>
              <a:spcBef>
                <a:spcPts val="2000"/>
              </a:spcBef>
              <a:spcAft>
                <a:spcPts val="0"/>
              </a:spcAft>
              <a:buClr>
                <a:schemeClr val="dk1"/>
              </a:buClr>
              <a:buSzPts val="1700"/>
              <a:buFont typeface="Roboto"/>
              <a:buChar char="○"/>
              <a:defRPr sz="1700">
                <a:solidFill>
                  <a:schemeClr val="dk1"/>
                </a:solidFill>
                <a:latin typeface="Roboto"/>
                <a:ea typeface="Roboto"/>
                <a:cs typeface="Roboto"/>
                <a:sym typeface="Roboto"/>
              </a:defRPr>
            </a:lvl5pPr>
            <a:lvl6pPr marL="2743200" lvl="5" indent="-336550" rtl="0">
              <a:lnSpc>
                <a:spcPct val="115000"/>
              </a:lnSpc>
              <a:spcBef>
                <a:spcPts val="2000"/>
              </a:spcBef>
              <a:spcAft>
                <a:spcPts val="0"/>
              </a:spcAft>
              <a:buClr>
                <a:schemeClr val="dk1"/>
              </a:buClr>
              <a:buSzPts val="1700"/>
              <a:buFont typeface="Roboto"/>
              <a:buChar char="■"/>
              <a:defRPr sz="1700">
                <a:solidFill>
                  <a:schemeClr val="dk1"/>
                </a:solidFill>
                <a:latin typeface="Roboto"/>
                <a:ea typeface="Roboto"/>
                <a:cs typeface="Roboto"/>
                <a:sym typeface="Roboto"/>
              </a:defRPr>
            </a:lvl6pPr>
            <a:lvl7pPr marL="3200400" lvl="6" indent="-336550" rtl="0">
              <a:lnSpc>
                <a:spcPct val="115000"/>
              </a:lnSpc>
              <a:spcBef>
                <a:spcPts val="2000"/>
              </a:spcBef>
              <a:spcAft>
                <a:spcPts val="0"/>
              </a:spcAft>
              <a:buClr>
                <a:schemeClr val="dk1"/>
              </a:buClr>
              <a:buSzPts val="1700"/>
              <a:buFont typeface="Roboto"/>
              <a:buChar char="●"/>
              <a:defRPr sz="1700">
                <a:solidFill>
                  <a:schemeClr val="dk1"/>
                </a:solidFill>
                <a:latin typeface="Roboto"/>
                <a:ea typeface="Roboto"/>
                <a:cs typeface="Roboto"/>
                <a:sym typeface="Roboto"/>
              </a:defRPr>
            </a:lvl7pPr>
            <a:lvl8pPr marL="3657600" lvl="7" indent="-336550" rtl="0">
              <a:lnSpc>
                <a:spcPct val="115000"/>
              </a:lnSpc>
              <a:spcBef>
                <a:spcPts val="2000"/>
              </a:spcBef>
              <a:spcAft>
                <a:spcPts val="0"/>
              </a:spcAft>
              <a:buClr>
                <a:schemeClr val="dk1"/>
              </a:buClr>
              <a:buSzPts val="1700"/>
              <a:buFont typeface="Roboto"/>
              <a:buChar char="○"/>
              <a:defRPr sz="1700">
                <a:solidFill>
                  <a:schemeClr val="dk1"/>
                </a:solidFill>
                <a:latin typeface="Roboto"/>
                <a:ea typeface="Roboto"/>
                <a:cs typeface="Roboto"/>
                <a:sym typeface="Roboto"/>
              </a:defRPr>
            </a:lvl8pPr>
            <a:lvl9pPr marL="4114800" lvl="8" indent="-336550" rtl="0">
              <a:lnSpc>
                <a:spcPct val="115000"/>
              </a:lnSpc>
              <a:spcBef>
                <a:spcPts val="2000"/>
              </a:spcBef>
              <a:spcAft>
                <a:spcPts val="2000"/>
              </a:spcAft>
              <a:buClr>
                <a:schemeClr val="dk1"/>
              </a:buClr>
              <a:buSzPts val="1700"/>
              <a:buFont typeface="Roboto"/>
              <a:buChar char="■"/>
              <a:defRPr sz="17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319704" y="7046639"/>
            <a:ext cx="603600" cy="594900"/>
          </a:xfrm>
          <a:prstGeom prst="rect">
            <a:avLst/>
          </a:prstGeom>
          <a:noFill/>
          <a:ln>
            <a:noFill/>
          </a:ln>
        </p:spPr>
        <p:txBody>
          <a:bodyPr spcFirstLastPara="1" wrap="square" lIns="113100" tIns="113100" rIns="113100" bIns="113100" anchor="ctr" anchorCtr="0">
            <a:noAutofit/>
          </a:bodyPr>
          <a:lstStyle>
            <a:lvl1pPr lvl="0" algn="r" rtl="0">
              <a:buNone/>
              <a:defRPr sz="1200">
                <a:solidFill>
                  <a:schemeClr val="dk1"/>
                </a:solidFill>
                <a:latin typeface="Roboto"/>
                <a:ea typeface="Roboto"/>
                <a:cs typeface="Roboto"/>
                <a:sym typeface="Roboto"/>
              </a:defRPr>
            </a:lvl1pPr>
            <a:lvl2pPr lvl="1" algn="r" rtl="0">
              <a:buNone/>
              <a:defRPr sz="1200">
                <a:solidFill>
                  <a:schemeClr val="dk1"/>
                </a:solidFill>
                <a:latin typeface="Roboto"/>
                <a:ea typeface="Roboto"/>
                <a:cs typeface="Roboto"/>
                <a:sym typeface="Roboto"/>
              </a:defRPr>
            </a:lvl2pPr>
            <a:lvl3pPr lvl="2" algn="r" rtl="0">
              <a:buNone/>
              <a:defRPr sz="1200">
                <a:solidFill>
                  <a:schemeClr val="dk1"/>
                </a:solidFill>
                <a:latin typeface="Roboto"/>
                <a:ea typeface="Roboto"/>
                <a:cs typeface="Roboto"/>
                <a:sym typeface="Roboto"/>
              </a:defRPr>
            </a:lvl3pPr>
            <a:lvl4pPr lvl="3" algn="r" rtl="0">
              <a:buNone/>
              <a:defRPr sz="1200">
                <a:solidFill>
                  <a:schemeClr val="dk1"/>
                </a:solidFill>
                <a:latin typeface="Roboto"/>
                <a:ea typeface="Roboto"/>
                <a:cs typeface="Roboto"/>
                <a:sym typeface="Roboto"/>
              </a:defRPr>
            </a:lvl4pPr>
            <a:lvl5pPr lvl="4" algn="r" rtl="0">
              <a:buNone/>
              <a:defRPr sz="1200">
                <a:solidFill>
                  <a:schemeClr val="dk1"/>
                </a:solidFill>
                <a:latin typeface="Roboto"/>
                <a:ea typeface="Roboto"/>
                <a:cs typeface="Roboto"/>
                <a:sym typeface="Roboto"/>
              </a:defRPr>
            </a:lvl5pPr>
            <a:lvl6pPr lvl="5" algn="r" rtl="0">
              <a:buNone/>
              <a:defRPr sz="1200">
                <a:solidFill>
                  <a:schemeClr val="dk1"/>
                </a:solidFill>
                <a:latin typeface="Roboto"/>
                <a:ea typeface="Roboto"/>
                <a:cs typeface="Roboto"/>
                <a:sym typeface="Roboto"/>
              </a:defRPr>
            </a:lvl6pPr>
            <a:lvl7pPr lvl="6" algn="r" rtl="0">
              <a:buNone/>
              <a:defRPr sz="1200">
                <a:solidFill>
                  <a:schemeClr val="dk1"/>
                </a:solidFill>
                <a:latin typeface="Roboto"/>
                <a:ea typeface="Roboto"/>
                <a:cs typeface="Roboto"/>
                <a:sym typeface="Roboto"/>
              </a:defRPr>
            </a:lvl7pPr>
            <a:lvl8pPr lvl="7" algn="r" rtl="0">
              <a:buNone/>
              <a:defRPr sz="1200">
                <a:solidFill>
                  <a:schemeClr val="dk1"/>
                </a:solidFill>
                <a:latin typeface="Roboto"/>
                <a:ea typeface="Roboto"/>
                <a:cs typeface="Roboto"/>
                <a:sym typeface="Roboto"/>
              </a:defRPr>
            </a:lvl8pPr>
            <a:lvl9pPr lvl="8" algn="r" rtl="0">
              <a:buNone/>
              <a:defRPr sz="12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2"/>
        <p:cNvGrpSpPr/>
        <p:nvPr/>
      </p:nvGrpSpPr>
      <p:grpSpPr>
        <a:xfrm>
          <a:off x="0" y="0"/>
          <a:ext cx="0" cy="0"/>
          <a:chOff x="0" y="0"/>
          <a:chExt cx="0" cy="0"/>
        </a:xfrm>
      </p:grpSpPr>
      <p:sp>
        <p:nvSpPr>
          <p:cNvPr id="63" name="Google Shape;63;p13"/>
          <p:cNvSpPr txBox="1"/>
          <p:nvPr/>
        </p:nvSpPr>
        <p:spPr>
          <a:xfrm>
            <a:off x="95688" y="4020662"/>
            <a:ext cx="9867016" cy="141574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000" b="1" dirty="0">
                <a:latin typeface="Calibri" panose="020F0502020204030204" pitchFamily="34" charset="0"/>
                <a:cs typeface="Calibri" panose="020F0502020204030204" pitchFamily="34" charset="0"/>
              </a:rPr>
              <a:t>Simulating the Cognitive Thought process with a Modified Genetic Algorithm </a:t>
            </a:r>
            <a:endParaRPr sz="4000" b="1" dirty="0">
              <a:latin typeface="Calibri" panose="020F0502020204030204" pitchFamily="34" charset="0"/>
              <a:cs typeface="Calibri" panose="020F0502020204030204" pitchFamily="34" charset="0"/>
            </a:endParaRPr>
          </a:p>
        </p:txBody>
      </p:sp>
      <p:sp>
        <p:nvSpPr>
          <p:cNvPr id="65" name="Google Shape;65;p13"/>
          <p:cNvSpPr txBox="1"/>
          <p:nvPr/>
        </p:nvSpPr>
        <p:spPr>
          <a:xfrm>
            <a:off x="4662376" y="5422556"/>
            <a:ext cx="733647"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dirty="0"/>
              <a:t>150</a:t>
            </a:r>
            <a:endParaRPr sz="2500" dirty="0"/>
          </a:p>
        </p:txBody>
      </p:sp>
      <p:sp>
        <p:nvSpPr>
          <p:cNvPr id="66" name="Google Shape;66;p13"/>
          <p:cNvSpPr txBox="1"/>
          <p:nvPr/>
        </p:nvSpPr>
        <p:spPr>
          <a:xfrm>
            <a:off x="2737880" y="5991956"/>
            <a:ext cx="4582632" cy="92329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dirty="0">
                <a:latin typeface="Calibri" panose="020F0502020204030204" pitchFamily="34" charset="0"/>
                <a:cs typeface="Calibri" panose="020F0502020204030204" pitchFamily="34" charset="0"/>
              </a:rPr>
              <a:t>Poojangi Ashok Gadekar</a:t>
            </a:r>
            <a:endParaRPr sz="2400" dirty="0">
              <a:latin typeface="Calibri" panose="020F0502020204030204" pitchFamily="34" charset="0"/>
              <a:cs typeface="Calibri" panose="020F0502020204030204" pitchFamily="34" charset="0"/>
            </a:endParaRPr>
          </a:p>
          <a:p>
            <a:pPr marL="0" lvl="0" indent="0" algn="ctr" rtl="0">
              <a:spcBef>
                <a:spcPts val="0"/>
              </a:spcBef>
              <a:spcAft>
                <a:spcPts val="0"/>
              </a:spcAft>
              <a:buNone/>
            </a:pPr>
            <a:r>
              <a:rPr lang="en" sz="2400" dirty="0">
                <a:latin typeface="Calibri" panose="020F0502020204030204" pitchFamily="34" charset="0"/>
                <a:cs typeface="Calibri" panose="020F0502020204030204" pitchFamily="34" charset="0"/>
              </a:rPr>
              <a:t>Dr. Shubhangi Vinayak Tikhe</a:t>
            </a:r>
          </a:p>
        </p:txBody>
      </p:sp>
      <p:sp>
        <p:nvSpPr>
          <p:cNvPr id="7" name="Google Shape;65;p13">
            <a:extLst>
              <a:ext uri="{FF2B5EF4-FFF2-40B4-BE49-F238E27FC236}">
                <a16:creationId xmlns:a16="http://schemas.microsoft.com/office/drawing/2014/main" id="{4BF8A07B-9769-4D48-8D60-467FD1E88A54}"/>
              </a:ext>
            </a:extLst>
          </p:cNvPr>
          <p:cNvSpPr txBox="1"/>
          <p:nvPr/>
        </p:nvSpPr>
        <p:spPr>
          <a:xfrm>
            <a:off x="0" y="7203000"/>
            <a:ext cx="5029200"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dirty="0">
                <a:latin typeface="Calibri" panose="020F0502020204030204" pitchFamily="34" charset="0"/>
                <a:cs typeface="Calibri" panose="020F0502020204030204" pitchFamily="34" charset="0"/>
              </a:rPr>
              <a:t>Poojangi Gadekar - MKSSS’s CCOEW, Pune</a:t>
            </a:r>
            <a:endParaRPr sz="2200" dirty="0">
              <a:latin typeface="Calibri" panose="020F0502020204030204" pitchFamily="34" charset="0"/>
              <a:cs typeface="Calibri" panose="020F0502020204030204" pitchFamily="34" charset="0"/>
            </a:endParaRPr>
          </a:p>
        </p:txBody>
      </p:sp>
      <p:sp>
        <p:nvSpPr>
          <p:cNvPr id="8" name="Google Shape;65;p13">
            <a:extLst>
              <a:ext uri="{FF2B5EF4-FFF2-40B4-BE49-F238E27FC236}">
                <a16:creationId xmlns:a16="http://schemas.microsoft.com/office/drawing/2014/main" id="{63D7E988-8F1D-45B3-ACEB-E58A296B6FA4}"/>
              </a:ext>
            </a:extLst>
          </p:cNvPr>
          <p:cNvSpPr txBox="1"/>
          <p:nvPr/>
        </p:nvSpPr>
        <p:spPr>
          <a:xfrm>
            <a:off x="7049387" y="7203000"/>
            <a:ext cx="3009014"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dirty="0">
                <a:latin typeface="Calibri" panose="020F0502020204030204" pitchFamily="34" charset="0"/>
                <a:cs typeface="Calibri" panose="020F0502020204030204" pitchFamily="34" charset="0"/>
              </a:rPr>
              <a:t>September 24, 2021</a:t>
            </a:r>
            <a:endParaRPr sz="2200" dirty="0">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887AA77F-B68E-42CA-8D73-0BC39A894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 y="0"/>
            <a:ext cx="10058400" cy="3914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p>
            <a:pPr marL="0" lvl="0" indent="0" algn="l" rtl="0">
              <a:spcBef>
                <a:spcPts val="0"/>
              </a:spcBef>
              <a:spcAft>
                <a:spcPts val="0"/>
              </a:spcAft>
              <a:buNone/>
            </a:pPr>
            <a:r>
              <a:rPr lang="en"/>
              <a:t>Abstract</a:t>
            </a:r>
            <a:endParaRPr/>
          </a:p>
        </p:txBody>
      </p:sp>
      <p:sp>
        <p:nvSpPr>
          <p:cNvPr id="80" name="Google Shape;80;p15"/>
          <p:cNvSpPr txBox="1">
            <a:spLocks noGrp="1"/>
          </p:cNvSpPr>
          <p:nvPr>
            <p:ph type="body" idx="1"/>
          </p:nvPr>
        </p:nvSpPr>
        <p:spPr>
          <a:xfrm>
            <a:off x="426690" y="2251289"/>
            <a:ext cx="9204900" cy="5234031"/>
          </a:xfrm>
          <a:prstGeom prst="rect">
            <a:avLst/>
          </a:prstGeom>
        </p:spPr>
        <p:txBody>
          <a:bodyPr spcFirstLastPara="1" wrap="square" lIns="113100" tIns="113100" rIns="113100" bIns="113100" anchor="t" anchorCtr="0">
            <a:noAutofit/>
          </a:bodyPr>
          <a:lstStyle/>
          <a:p>
            <a:pPr marL="0" lvl="0" indent="0" algn="l" rtl="0">
              <a:spcBef>
                <a:spcPts val="0"/>
              </a:spcBef>
              <a:spcAft>
                <a:spcPts val="2000"/>
              </a:spcAft>
              <a:buNone/>
            </a:pPr>
            <a:r>
              <a:rPr lang="en-IN" dirty="0">
                <a:solidFill>
                  <a:srgbClr val="FFFFFF"/>
                </a:solidFill>
              </a:rPr>
              <a:t>Cognitive Computing aims to develop computing methodologies inspired by the mind’s capabilities.</a:t>
            </a:r>
          </a:p>
          <a:p>
            <a:pPr marL="0" lvl="0" indent="0" algn="l" rtl="0">
              <a:spcBef>
                <a:spcPts val="0"/>
              </a:spcBef>
              <a:spcAft>
                <a:spcPts val="2000"/>
              </a:spcAft>
              <a:buNone/>
            </a:pPr>
            <a:r>
              <a:rPr lang="en-IN" dirty="0">
                <a:solidFill>
                  <a:srgbClr val="FFFFFF"/>
                </a:solidFill>
              </a:rPr>
              <a:t>The purpose of the paper is to simulate the Thought Process with a simple approach. </a:t>
            </a:r>
          </a:p>
          <a:p>
            <a:pPr marL="0" lvl="0" indent="0" algn="l" rtl="0">
              <a:spcBef>
                <a:spcPts val="0"/>
              </a:spcBef>
              <a:spcAft>
                <a:spcPts val="2000"/>
              </a:spcAft>
              <a:buNone/>
            </a:pPr>
            <a:r>
              <a:rPr lang="en-IN" dirty="0">
                <a:solidFill>
                  <a:srgbClr val="FFFFFF"/>
                </a:solidFill>
              </a:rPr>
              <a:t>The paper proposes that the Genetic Algorithm can be used for the same. </a:t>
            </a:r>
          </a:p>
          <a:p>
            <a:pPr marL="0" lvl="0" indent="0" algn="l" rtl="0">
              <a:spcBef>
                <a:spcPts val="0"/>
              </a:spcBef>
              <a:spcAft>
                <a:spcPts val="2000"/>
              </a:spcAft>
              <a:buNone/>
            </a:pPr>
            <a:r>
              <a:rPr lang="en-IN" dirty="0">
                <a:solidFill>
                  <a:srgbClr val="FFFFFF"/>
                </a:solidFill>
              </a:rPr>
              <a:t>The modification to the GA is also proposed to improve the simulation.</a:t>
            </a:r>
          </a:p>
        </p:txBody>
      </p:sp>
      <p:pic>
        <p:nvPicPr>
          <p:cNvPr id="81" name="Google Shape;81;p15"/>
          <p:cNvPicPr preferRelativeResize="0"/>
          <p:nvPr/>
        </p:nvPicPr>
        <p:blipFill>
          <a:blip r:embed="rId3">
            <a:alphaModFix/>
          </a:blip>
          <a:stretch>
            <a:fillRect/>
          </a:stretch>
        </p:blipFill>
        <p:spPr>
          <a:xfrm>
            <a:off x="8288563" y="601438"/>
            <a:ext cx="1343025" cy="1343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p>
            <a:pPr marL="0" lvl="0" indent="0" algn="l" rtl="0">
              <a:spcBef>
                <a:spcPts val="0"/>
              </a:spcBef>
              <a:spcAft>
                <a:spcPts val="0"/>
              </a:spcAft>
              <a:buNone/>
            </a:pPr>
            <a:r>
              <a:rPr lang="en" dirty="0"/>
              <a:t>Introduction</a:t>
            </a:r>
            <a:endParaRPr dirty="0"/>
          </a:p>
        </p:txBody>
      </p:sp>
      <p:sp>
        <p:nvSpPr>
          <p:cNvPr id="80" name="Google Shape;80;p15"/>
          <p:cNvSpPr txBox="1">
            <a:spLocks noGrp="1"/>
          </p:cNvSpPr>
          <p:nvPr>
            <p:ph type="body" idx="1"/>
          </p:nvPr>
        </p:nvSpPr>
        <p:spPr>
          <a:xfrm>
            <a:off x="426690" y="2251290"/>
            <a:ext cx="9204900" cy="4652700"/>
          </a:xfrm>
          <a:prstGeom prst="rect">
            <a:avLst/>
          </a:prstGeom>
        </p:spPr>
        <p:txBody>
          <a:bodyPr spcFirstLastPara="1" wrap="square" lIns="113100" tIns="113100" rIns="113100" bIns="113100" anchor="t" anchorCtr="0">
            <a:noAutofit/>
          </a:bodyPr>
          <a:lstStyle/>
          <a:p>
            <a:pPr marL="0" lvl="0" indent="0" algn="l" rtl="0">
              <a:spcBef>
                <a:spcPts val="0"/>
              </a:spcBef>
              <a:spcAft>
                <a:spcPts val="2000"/>
              </a:spcAft>
              <a:buNone/>
            </a:pPr>
            <a:r>
              <a:rPr lang="en-IN" dirty="0">
                <a:solidFill>
                  <a:srgbClr val="FFFFFF"/>
                </a:solidFill>
              </a:rPr>
              <a:t>There are two aspects of the paper: </a:t>
            </a:r>
          </a:p>
          <a:p>
            <a:pPr marL="0" lvl="0" indent="0" algn="l" rtl="0">
              <a:spcBef>
                <a:spcPts val="0"/>
              </a:spcBef>
              <a:spcAft>
                <a:spcPts val="2000"/>
              </a:spcAft>
              <a:buNone/>
            </a:pPr>
            <a:r>
              <a:rPr lang="en-IN" dirty="0">
                <a:solidFill>
                  <a:srgbClr val="FFFFFF"/>
                </a:solidFill>
              </a:rPr>
              <a:t>1. Perspective of GA to simulate the Thought Process.</a:t>
            </a:r>
          </a:p>
          <a:p>
            <a:pPr marL="0" lvl="0" indent="0" algn="l" rtl="0">
              <a:spcBef>
                <a:spcPts val="0"/>
              </a:spcBef>
              <a:spcAft>
                <a:spcPts val="2000"/>
              </a:spcAft>
              <a:buNone/>
            </a:pPr>
            <a:r>
              <a:rPr lang="en-IN" dirty="0">
                <a:solidFill>
                  <a:srgbClr val="FFFFFF"/>
                </a:solidFill>
              </a:rPr>
              <a:t>2. Proposing a modified GA for better simulation and check its feasibility. </a:t>
            </a:r>
          </a:p>
          <a:p>
            <a:pPr marL="0" lvl="0" indent="0" algn="l" rtl="0">
              <a:spcBef>
                <a:spcPts val="0"/>
              </a:spcBef>
              <a:spcAft>
                <a:spcPts val="2000"/>
              </a:spcAft>
              <a:buNone/>
            </a:pPr>
            <a:r>
              <a:rPr lang="en-IN" dirty="0">
                <a:solidFill>
                  <a:srgbClr val="FFFFFF"/>
                </a:solidFill>
              </a:rPr>
              <a:t> For that, TSP is used as the research object. </a:t>
            </a:r>
          </a:p>
          <a:p>
            <a:pPr marL="0" indent="0">
              <a:spcAft>
                <a:spcPts val="2000"/>
              </a:spcAft>
              <a:buNone/>
            </a:pPr>
            <a:r>
              <a:rPr lang="en-IN" dirty="0">
                <a:solidFill>
                  <a:srgbClr val="FFFFFF"/>
                </a:solidFill>
              </a:rPr>
              <a:t>In the modification of GA, a new supplementary crossover named Learning Crossover is proposed. The Learning Crossover also has scope of improvement in the performance of GA.</a:t>
            </a:r>
          </a:p>
          <a:p>
            <a:pPr marL="0" lvl="0" indent="0" algn="l" rtl="0">
              <a:spcBef>
                <a:spcPts val="0"/>
              </a:spcBef>
              <a:spcAft>
                <a:spcPts val="2000"/>
              </a:spcAft>
              <a:buNone/>
            </a:pPr>
            <a:endParaRPr dirty="0"/>
          </a:p>
        </p:txBody>
      </p:sp>
      <p:pic>
        <p:nvPicPr>
          <p:cNvPr id="81" name="Google Shape;81;p15"/>
          <p:cNvPicPr preferRelativeResize="0"/>
          <p:nvPr/>
        </p:nvPicPr>
        <p:blipFill>
          <a:blip r:embed="rId3">
            <a:alphaModFix/>
          </a:blip>
          <a:stretch>
            <a:fillRect/>
          </a:stretch>
        </p:blipFill>
        <p:spPr>
          <a:xfrm>
            <a:off x="8288563" y="601438"/>
            <a:ext cx="1343025" cy="1343025"/>
          </a:xfrm>
          <a:prstGeom prst="rect">
            <a:avLst/>
          </a:prstGeom>
          <a:noFill/>
          <a:ln>
            <a:noFill/>
          </a:ln>
        </p:spPr>
      </p:pic>
    </p:spTree>
    <p:extLst>
      <p:ext uri="{BB962C8B-B14F-4D97-AF65-F5344CB8AC3E}">
        <p14:creationId xmlns:p14="http://schemas.microsoft.com/office/powerpoint/2010/main" val="254085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p>
            <a:pPr marL="0" lvl="0" indent="0" algn="l" rtl="0">
              <a:spcBef>
                <a:spcPts val="0"/>
              </a:spcBef>
              <a:spcAft>
                <a:spcPts val="0"/>
              </a:spcAft>
              <a:buNone/>
            </a:pPr>
            <a:r>
              <a:rPr lang="en" dirty="0"/>
              <a:t>Literature Review</a:t>
            </a:r>
            <a:endParaRPr dirty="0"/>
          </a:p>
        </p:txBody>
      </p:sp>
      <p:pic>
        <p:nvPicPr>
          <p:cNvPr id="81" name="Google Shape;81;p15"/>
          <p:cNvPicPr preferRelativeResize="0"/>
          <p:nvPr/>
        </p:nvPicPr>
        <p:blipFill>
          <a:blip r:embed="rId3">
            <a:alphaModFix/>
          </a:blip>
          <a:stretch>
            <a:fillRect/>
          </a:stretch>
        </p:blipFill>
        <p:spPr>
          <a:xfrm>
            <a:off x="8288563" y="601438"/>
            <a:ext cx="1343025" cy="1343025"/>
          </a:xfrm>
          <a:prstGeom prst="rect">
            <a:avLst/>
          </a:prstGeom>
          <a:noFill/>
          <a:ln>
            <a:noFill/>
          </a:ln>
        </p:spPr>
      </p:pic>
      <p:graphicFrame>
        <p:nvGraphicFramePr>
          <p:cNvPr id="4" name="Table 4">
            <a:extLst>
              <a:ext uri="{FF2B5EF4-FFF2-40B4-BE49-F238E27FC236}">
                <a16:creationId xmlns:a16="http://schemas.microsoft.com/office/drawing/2014/main" id="{B3EE271C-99EC-426B-9065-92995BE9B75C}"/>
              </a:ext>
            </a:extLst>
          </p:cNvPr>
          <p:cNvGraphicFramePr>
            <a:graphicFrameLocks noGrp="1"/>
          </p:cNvGraphicFramePr>
          <p:nvPr>
            <p:extLst>
              <p:ext uri="{D42A27DB-BD31-4B8C-83A1-F6EECF244321}">
                <p14:modId xmlns:p14="http://schemas.microsoft.com/office/powerpoint/2010/main" val="4003453689"/>
              </p:ext>
            </p:extLst>
          </p:nvPr>
        </p:nvGraphicFramePr>
        <p:xfrm>
          <a:off x="426690" y="2035152"/>
          <a:ext cx="9204900" cy="5440949"/>
        </p:xfrm>
        <a:graphic>
          <a:graphicData uri="http://schemas.openxmlformats.org/drawingml/2006/table">
            <a:tbl>
              <a:tblPr firstRow="1" bandRow="1">
                <a:tableStyleId>{5C22544A-7EE6-4342-B048-85BDC9FD1C3A}</a:tableStyleId>
              </a:tblPr>
              <a:tblGrid>
                <a:gridCol w="861997">
                  <a:extLst>
                    <a:ext uri="{9D8B030D-6E8A-4147-A177-3AD203B41FA5}">
                      <a16:colId xmlns:a16="http://schemas.microsoft.com/office/drawing/2014/main" val="1250132414"/>
                    </a:ext>
                  </a:extLst>
                </a:gridCol>
                <a:gridCol w="8342903">
                  <a:extLst>
                    <a:ext uri="{9D8B030D-6E8A-4147-A177-3AD203B41FA5}">
                      <a16:colId xmlns:a16="http://schemas.microsoft.com/office/drawing/2014/main" val="1155001235"/>
                    </a:ext>
                  </a:extLst>
                </a:gridCol>
              </a:tblGrid>
              <a:tr h="716549">
                <a:tc>
                  <a:txBody>
                    <a:bodyPr/>
                    <a:lstStyle/>
                    <a:p>
                      <a:r>
                        <a:rPr lang="en-IN" dirty="0">
                          <a:solidFill>
                            <a:schemeClr val="tx1"/>
                          </a:solidFill>
                        </a:rPr>
                        <a:t>No.</a:t>
                      </a:r>
                    </a:p>
                  </a:txBody>
                  <a:tcPr anchor="ctr"/>
                </a:tc>
                <a:tc>
                  <a:txBody>
                    <a:bodyPr/>
                    <a:lstStyle/>
                    <a:p>
                      <a:r>
                        <a:rPr lang="en-IN" dirty="0">
                          <a:solidFill>
                            <a:schemeClr val="tx1"/>
                          </a:solidFill>
                        </a:rPr>
                        <a:t>Reference Title</a:t>
                      </a:r>
                    </a:p>
                  </a:txBody>
                  <a:tcPr anchor="ctr"/>
                </a:tc>
                <a:extLst>
                  <a:ext uri="{0D108BD9-81ED-4DB2-BD59-A6C34878D82A}">
                    <a16:rowId xmlns:a16="http://schemas.microsoft.com/office/drawing/2014/main" val="1521282694"/>
                  </a:ext>
                </a:extLst>
              </a:tr>
              <a:tr h="884590">
                <a:tc>
                  <a:txBody>
                    <a:bodyPr/>
                    <a:lstStyle/>
                    <a:p>
                      <a:r>
                        <a:rPr lang="en-IN" dirty="0">
                          <a:solidFill>
                            <a:srgbClr val="000000"/>
                          </a:solidFill>
                        </a:rPr>
                        <a:t>1.</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US" sz="1400" b="0" i="0" u="none" strike="noStrike" cap="none" baseline="0" dirty="0">
                          <a:solidFill>
                            <a:srgbClr val="000000"/>
                          </a:solidFill>
                          <a:latin typeface="+mn-lt"/>
                          <a:ea typeface="+mn-ea"/>
                          <a:cs typeface="+mn-cs"/>
                          <a:sym typeface="Arial"/>
                        </a:rPr>
                        <a:t>Y. Wang et al., "</a:t>
                      </a:r>
                      <a:r>
                        <a:rPr lang="en-US" sz="1400" b="0" i="1" u="none" strike="noStrike" cap="none" baseline="0" dirty="0">
                          <a:solidFill>
                            <a:srgbClr val="000000"/>
                          </a:solidFill>
                          <a:latin typeface="+mn-lt"/>
                          <a:ea typeface="+mn-ea"/>
                          <a:cs typeface="+mn-cs"/>
                          <a:sym typeface="Arial"/>
                        </a:rPr>
                        <a:t>Perspectives on Cognitive Informatics and Cognitive Computing: Summary of the Panel of IEEE ICCI'09</a:t>
                      </a:r>
                      <a:r>
                        <a:rPr lang="en-US" sz="1400" b="0" i="0" u="none" strike="noStrike" cap="none" baseline="0" dirty="0">
                          <a:solidFill>
                            <a:srgbClr val="000000"/>
                          </a:solidFill>
                          <a:latin typeface="+mn-lt"/>
                          <a:ea typeface="+mn-ea"/>
                          <a:cs typeface="+mn-cs"/>
                          <a:sym typeface="Arial"/>
                        </a:rPr>
                        <a:t>," 2009 8th IEEE International Conference on Cognitive Informatics, 2009, pp. 9-27, </a:t>
                      </a:r>
                      <a:r>
                        <a:rPr lang="en-US" sz="1400" b="0" i="0" u="none" strike="noStrike" cap="none" baseline="0" dirty="0" err="1">
                          <a:solidFill>
                            <a:srgbClr val="000000"/>
                          </a:solidFill>
                          <a:latin typeface="+mn-lt"/>
                          <a:ea typeface="+mn-ea"/>
                          <a:cs typeface="+mn-cs"/>
                          <a:sym typeface="Arial"/>
                        </a:rPr>
                        <a:t>doi</a:t>
                      </a:r>
                      <a:r>
                        <a:rPr lang="en-US" sz="1400" b="0" i="0" u="none" strike="noStrike" cap="none" baseline="0" dirty="0">
                          <a:solidFill>
                            <a:srgbClr val="000000"/>
                          </a:solidFill>
                          <a:latin typeface="+mn-lt"/>
                          <a:ea typeface="+mn-ea"/>
                          <a:cs typeface="+mn-cs"/>
                          <a:sym typeface="Arial"/>
                        </a:rPr>
                        <a:t>: 10.1109/COGINF.2009.5250815. </a:t>
                      </a:r>
                    </a:p>
                  </a:txBody>
                  <a:tcPr anchor="ctr"/>
                </a:tc>
                <a:extLst>
                  <a:ext uri="{0D108BD9-81ED-4DB2-BD59-A6C34878D82A}">
                    <a16:rowId xmlns:a16="http://schemas.microsoft.com/office/drawing/2014/main" val="3801639952"/>
                  </a:ext>
                </a:extLst>
              </a:tr>
              <a:tr h="884590">
                <a:tc>
                  <a:txBody>
                    <a:bodyPr/>
                    <a:lstStyle/>
                    <a:p>
                      <a:r>
                        <a:rPr lang="en-IN" dirty="0">
                          <a:solidFill>
                            <a:srgbClr val="000000"/>
                          </a:solidFill>
                        </a:rPr>
                        <a:t>2.</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IN" sz="1400" b="0" i="0" u="none" strike="noStrike" cap="none" baseline="0" dirty="0">
                          <a:solidFill>
                            <a:srgbClr val="000000"/>
                          </a:solidFill>
                          <a:latin typeface="+mn-lt"/>
                          <a:ea typeface="+mn-ea"/>
                          <a:cs typeface="+mn-cs"/>
                          <a:sym typeface="Arial"/>
                        </a:rPr>
                        <a:t>By Dharmendra S. </a:t>
                      </a:r>
                      <a:r>
                        <a:rPr lang="en-IN" sz="1400" b="0" i="0" u="none" strike="noStrike" cap="none" baseline="0" dirty="0" err="1">
                          <a:solidFill>
                            <a:srgbClr val="000000"/>
                          </a:solidFill>
                          <a:latin typeface="+mn-lt"/>
                          <a:ea typeface="+mn-ea"/>
                          <a:cs typeface="+mn-cs"/>
                          <a:sym typeface="Arial"/>
                        </a:rPr>
                        <a:t>Modha</a:t>
                      </a:r>
                      <a:r>
                        <a:rPr lang="en-IN" sz="1400" b="0" i="0" u="none" strike="noStrike" cap="none" baseline="0" dirty="0">
                          <a:solidFill>
                            <a:srgbClr val="000000"/>
                          </a:solidFill>
                          <a:latin typeface="+mn-lt"/>
                          <a:ea typeface="+mn-ea"/>
                          <a:cs typeface="+mn-cs"/>
                          <a:sym typeface="Arial"/>
                        </a:rPr>
                        <a:t>, Rajagopal </a:t>
                      </a:r>
                      <a:r>
                        <a:rPr lang="en-IN" sz="1400" b="0" i="0" u="none" strike="noStrike" cap="none" baseline="0" dirty="0" err="1">
                          <a:solidFill>
                            <a:srgbClr val="000000"/>
                          </a:solidFill>
                          <a:latin typeface="+mn-lt"/>
                          <a:ea typeface="+mn-ea"/>
                          <a:cs typeface="+mn-cs"/>
                          <a:sym typeface="Arial"/>
                        </a:rPr>
                        <a:t>Ananthanarayanan</a:t>
                      </a:r>
                      <a:r>
                        <a:rPr lang="en-IN" sz="1400" b="0" i="0" u="none" strike="noStrike" cap="none" baseline="0" dirty="0">
                          <a:solidFill>
                            <a:srgbClr val="000000"/>
                          </a:solidFill>
                          <a:latin typeface="+mn-lt"/>
                          <a:ea typeface="+mn-ea"/>
                          <a:cs typeface="+mn-cs"/>
                          <a:sym typeface="Arial"/>
                        </a:rPr>
                        <a:t>, Steven K. </a:t>
                      </a:r>
                      <a:r>
                        <a:rPr lang="en-IN" sz="1400" b="0" i="0" u="none" strike="noStrike" cap="none" baseline="0" dirty="0" err="1">
                          <a:solidFill>
                            <a:srgbClr val="000000"/>
                          </a:solidFill>
                          <a:latin typeface="+mn-lt"/>
                          <a:ea typeface="+mn-ea"/>
                          <a:cs typeface="+mn-cs"/>
                          <a:sym typeface="Arial"/>
                        </a:rPr>
                        <a:t>Esser</a:t>
                      </a:r>
                      <a:r>
                        <a:rPr lang="en-IN" sz="1400" b="0" i="0" u="none" strike="noStrike" cap="none" baseline="0" dirty="0">
                          <a:solidFill>
                            <a:srgbClr val="000000"/>
                          </a:solidFill>
                          <a:latin typeface="+mn-lt"/>
                          <a:ea typeface="+mn-ea"/>
                          <a:cs typeface="+mn-cs"/>
                          <a:sym typeface="Arial"/>
                        </a:rPr>
                        <a:t>, Anthony </a:t>
                      </a:r>
                      <a:r>
                        <a:rPr lang="en-IN" sz="1400" b="0" i="0" u="none" strike="noStrike" cap="none" baseline="0" dirty="0" err="1">
                          <a:solidFill>
                            <a:srgbClr val="000000"/>
                          </a:solidFill>
                          <a:latin typeface="+mn-lt"/>
                          <a:ea typeface="+mn-ea"/>
                          <a:cs typeface="+mn-cs"/>
                          <a:sym typeface="Arial"/>
                        </a:rPr>
                        <a:t>Ndirango</a:t>
                      </a:r>
                      <a:r>
                        <a:rPr lang="en-IN" sz="1400" b="0" i="0" u="none" strike="noStrike" cap="none" baseline="0" dirty="0">
                          <a:solidFill>
                            <a:srgbClr val="000000"/>
                          </a:solidFill>
                          <a:latin typeface="+mn-lt"/>
                          <a:ea typeface="+mn-ea"/>
                          <a:cs typeface="+mn-cs"/>
                          <a:sym typeface="Arial"/>
                        </a:rPr>
                        <a:t>, Anthony J. </a:t>
                      </a:r>
                      <a:r>
                        <a:rPr lang="en-IN" sz="1400" b="0" i="0" u="none" strike="noStrike" cap="none" baseline="0" dirty="0" err="1">
                          <a:solidFill>
                            <a:srgbClr val="000000"/>
                          </a:solidFill>
                          <a:latin typeface="+mn-lt"/>
                          <a:ea typeface="+mn-ea"/>
                          <a:cs typeface="+mn-cs"/>
                          <a:sym typeface="Arial"/>
                        </a:rPr>
                        <a:t>Sherbondy</a:t>
                      </a:r>
                      <a:r>
                        <a:rPr lang="en-IN" sz="1400" b="0" i="0" u="none" strike="noStrike" cap="none" baseline="0" dirty="0">
                          <a:solidFill>
                            <a:srgbClr val="000000"/>
                          </a:solidFill>
                          <a:latin typeface="+mn-lt"/>
                          <a:ea typeface="+mn-ea"/>
                          <a:cs typeface="+mn-cs"/>
                          <a:sym typeface="Arial"/>
                        </a:rPr>
                        <a:t>, Raghavendra Singh </a:t>
                      </a:r>
                      <a:r>
                        <a:rPr lang="en-IN" sz="1400" b="0" i="1" u="none" strike="noStrike" cap="none" baseline="0" dirty="0">
                          <a:solidFill>
                            <a:srgbClr val="000000"/>
                          </a:solidFill>
                          <a:latin typeface="+mn-lt"/>
                          <a:ea typeface="+mn-ea"/>
                          <a:cs typeface="+mn-cs"/>
                          <a:sym typeface="Arial"/>
                        </a:rPr>
                        <a:t>Communications of the ACM</a:t>
                      </a:r>
                      <a:r>
                        <a:rPr lang="en-IN" sz="1400" b="0" i="0" u="none" strike="noStrike" cap="none" baseline="0" dirty="0">
                          <a:solidFill>
                            <a:srgbClr val="000000"/>
                          </a:solidFill>
                          <a:latin typeface="+mn-lt"/>
                          <a:ea typeface="+mn-ea"/>
                          <a:cs typeface="+mn-cs"/>
                          <a:sym typeface="Arial"/>
                        </a:rPr>
                        <a:t>, August 2011, Vol. 54 No. 8, Pages 62-71; 10.1145/1978542.1978559 </a:t>
                      </a:r>
                    </a:p>
                  </a:txBody>
                  <a:tcPr anchor="ctr"/>
                </a:tc>
                <a:extLst>
                  <a:ext uri="{0D108BD9-81ED-4DB2-BD59-A6C34878D82A}">
                    <a16:rowId xmlns:a16="http://schemas.microsoft.com/office/drawing/2014/main" val="2117800902"/>
                  </a:ext>
                </a:extLst>
              </a:tr>
              <a:tr h="1084336">
                <a:tc>
                  <a:txBody>
                    <a:bodyPr/>
                    <a:lstStyle/>
                    <a:p>
                      <a:r>
                        <a:rPr lang="en-IN" dirty="0">
                          <a:solidFill>
                            <a:srgbClr val="000000"/>
                          </a:solidFill>
                        </a:rPr>
                        <a:t>3.</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IN" sz="1400" b="0" i="0" u="none" strike="noStrike" cap="none" baseline="0" dirty="0">
                          <a:solidFill>
                            <a:srgbClr val="000000"/>
                          </a:solidFill>
                          <a:latin typeface="+mn-lt"/>
                          <a:ea typeface="+mn-ea"/>
                          <a:cs typeface="+mn-cs"/>
                          <a:sym typeface="Arial"/>
                        </a:rPr>
                        <a:t>J. O. Gutierrez-Garcia and E. López-</a:t>
                      </a:r>
                      <a:r>
                        <a:rPr lang="en-IN" sz="1400" b="0" i="0" u="none" strike="noStrike" cap="none" baseline="0" dirty="0" err="1">
                          <a:solidFill>
                            <a:srgbClr val="000000"/>
                          </a:solidFill>
                          <a:latin typeface="+mn-lt"/>
                          <a:ea typeface="+mn-ea"/>
                          <a:cs typeface="+mn-cs"/>
                          <a:sym typeface="Arial"/>
                        </a:rPr>
                        <a:t>Neri</a:t>
                      </a:r>
                      <a:r>
                        <a:rPr lang="en-IN" sz="1400" b="0" i="0" u="none" strike="noStrike" cap="none" baseline="0" dirty="0">
                          <a:solidFill>
                            <a:srgbClr val="000000"/>
                          </a:solidFill>
                          <a:latin typeface="+mn-lt"/>
                          <a:ea typeface="+mn-ea"/>
                          <a:cs typeface="+mn-cs"/>
                          <a:sym typeface="Arial"/>
                        </a:rPr>
                        <a:t>, "</a:t>
                      </a:r>
                      <a:r>
                        <a:rPr lang="en-IN" sz="1400" b="0" i="1" u="none" strike="noStrike" cap="none" baseline="0" dirty="0">
                          <a:solidFill>
                            <a:srgbClr val="000000"/>
                          </a:solidFill>
                          <a:latin typeface="+mn-lt"/>
                          <a:ea typeface="+mn-ea"/>
                          <a:cs typeface="+mn-cs"/>
                          <a:sym typeface="Arial"/>
                        </a:rPr>
                        <a:t>Cognitive Computing: A Brief Survey and Open Research Challenges</a:t>
                      </a:r>
                      <a:r>
                        <a:rPr lang="en-IN" sz="1400" b="0" i="0" u="none" strike="noStrike" cap="none" baseline="0" dirty="0">
                          <a:solidFill>
                            <a:srgbClr val="000000"/>
                          </a:solidFill>
                          <a:latin typeface="+mn-lt"/>
                          <a:ea typeface="+mn-ea"/>
                          <a:cs typeface="+mn-cs"/>
                          <a:sym typeface="Arial"/>
                        </a:rPr>
                        <a:t>," 2015 3rd International Conference on Applied Computing and Information Technology/2nd International Conference on Computational Science and Intelligence, 2015, pp. 328-333, </a:t>
                      </a:r>
                      <a:r>
                        <a:rPr lang="en-IN" sz="1400" b="0" i="0" u="none" strike="noStrike" cap="none" baseline="0" dirty="0" err="1">
                          <a:solidFill>
                            <a:srgbClr val="000000"/>
                          </a:solidFill>
                          <a:latin typeface="+mn-lt"/>
                          <a:ea typeface="+mn-ea"/>
                          <a:cs typeface="+mn-cs"/>
                          <a:sym typeface="Arial"/>
                        </a:rPr>
                        <a:t>doi</a:t>
                      </a:r>
                      <a:r>
                        <a:rPr lang="en-IN" sz="1400" b="0" i="0" u="none" strike="noStrike" cap="none" baseline="0" dirty="0">
                          <a:solidFill>
                            <a:srgbClr val="000000"/>
                          </a:solidFill>
                          <a:latin typeface="+mn-lt"/>
                          <a:ea typeface="+mn-ea"/>
                          <a:cs typeface="+mn-cs"/>
                          <a:sym typeface="Arial"/>
                        </a:rPr>
                        <a:t>: 10.1109/ACIT-CSI.2015.64. </a:t>
                      </a:r>
                    </a:p>
                  </a:txBody>
                  <a:tcPr anchor="ctr"/>
                </a:tc>
                <a:extLst>
                  <a:ext uri="{0D108BD9-81ED-4DB2-BD59-A6C34878D82A}">
                    <a16:rowId xmlns:a16="http://schemas.microsoft.com/office/drawing/2014/main" val="2095653031"/>
                  </a:ext>
                </a:extLst>
              </a:tr>
              <a:tr h="884590">
                <a:tc>
                  <a:txBody>
                    <a:bodyPr/>
                    <a:lstStyle/>
                    <a:p>
                      <a:r>
                        <a:rPr lang="en-IN" dirty="0">
                          <a:solidFill>
                            <a:srgbClr val="000000"/>
                          </a:solidFill>
                        </a:rPr>
                        <a:t>4.</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US" sz="1400" b="0" i="0" u="none" strike="noStrike" cap="none" baseline="0" dirty="0" err="1">
                          <a:solidFill>
                            <a:srgbClr val="000000"/>
                          </a:solidFill>
                          <a:latin typeface="+mn-lt"/>
                          <a:ea typeface="+mn-ea"/>
                          <a:cs typeface="+mn-cs"/>
                          <a:sym typeface="Arial"/>
                        </a:rPr>
                        <a:t>Shadrikov</a:t>
                      </a:r>
                      <a:r>
                        <a:rPr lang="en-US" sz="1400" b="0" i="0" u="none" strike="noStrike" cap="none" baseline="0" dirty="0">
                          <a:solidFill>
                            <a:srgbClr val="000000"/>
                          </a:solidFill>
                          <a:latin typeface="+mn-lt"/>
                          <a:ea typeface="+mn-ea"/>
                          <a:cs typeface="+mn-cs"/>
                          <a:sym typeface="Arial"/>
                        </a:rPr>
                        <a:t>, V., </a:t>
                      </a:r>
                      <a:r>
                        <a:rPr lang="en-US" sz="1400" b="0" i="0" u="none" strike="noStrike" cap="none" baseline="0" dirty="0" err="1">
                          <a:solidFill>
                            <a:srgbClr val="000000"/>
                          </a:solidFill>
                          <a:latin typeface="+mn-lt"/>
                          <a:ea typeface="+mn-ea"/>
                          <a:cs typeface="+mn-cs"/>
                          <a:sym typeface="Arial"/>
                        </a:rPr>
                        <a:t>Kurginyan</a:t>
                      </a:r>
                      <a:r>
                        <a:rPr lang="en-US" sz="1400" b="0" i="0" u="none" strike="noStrike" cap="none" baseline="0" dirty="0">
                          <a:solidFill>
                            <a:srgbClr val="000000"/>
                          </a:solidFill>
                          <a:latin typeface="+mn-lt"/>
                          <a:ea typeface="+mn-ea"/>
                          <a:cs typeface="+mn-cs"/>
                          <a:sym typeface="Arial"/>
                        </a:rPr>
                        <a:t>, S., </a:t>
                      </a:r>
                      <a:r>
                        <a:rPr lang="en-US" sz="1400" b="0" i="0" u="none" strike="noStrike" cap="none" baseline="0" dirty="0" err="1">
                          <a:solidFill>
                            <a:srgbClr val="000000"/>
                          </a:solidFill>
                          <a:latin typeface="+mn-lt"/>
                          <a:ea typeface="+mn-ea"/>
                          <a:cs typeface="+mn-cs"/>
                          <a:sym typeface="Arial"/>
                        </a:rPr>
                        <a:t>Martynova</a:t>
                      </a:r>
                      <a:r>
                        <a:rPr lang="en-US" sz="1400" b="0" i="0" u="none" strike="noStrike" cap="none" baseline="0" dirty="0">
                          <a:solidFill>
                            <a:srgbClr val="000000"/>
                          </a:solidFill>
                          <a:latin typeface="+mn-lt"/>
                          <a:ea typeface="+mn-ea"/>
                          <a:cs typeface="+mn-cs"/>
                          <a:sym typeface="Arial"/>
                        </a:rPr>
                        <a:t>, O. (2016) Psychological Studies of Thought: Thoughts about a Concept of Thought. </a:t>
                      </a:r>
                      <a:r>
                        <a:rPr lang="en-US" sz="1400" b="0" i="1" u="none" strike="noStrike" cap="none" baseline="0" dirty="0">
                          <a:solidFill>
                            <a:srgbClr val="000000"/>
                          </a:solidFill>
                          <a:latin typeface="+mn-lt"/>
                          <a:ea typeface="+mn-ea"/>
                          <a:cs typeface="+mn-cs"/>
                          <a:sym typeface="Arial"/>
                        </a:rPr>
                        <a:t>Psychology. Journal of Higher School of Economics</a:t>
                      </a:r>
                      <a:r>
                        <a:rPr lang="en-US" sz="1400" b="0" i="0" u="none" strike="noStrike" cap="none" baseline="0" dirty="0">
                          <a:solidFill>
                            <a:srgbClr val="000000"/>
                          </a:solidFill>
                          <a:latin typeface="+mn-lt"/>
                          <a:ea typeface="+mn-ea"/>
                          <a:cs typeface="+mn-cs"/>
                          <a:sym typeface="Arial"/>
                        </a:rPr>
                        <a:t>, </a:t>
                      </a:r>
                      <a:r>
                        <a:rPr lang="en-US" sz="1400" b="0" i="1" u="none" strike="noStrike" cap="none" baseline="0" dirty="0">
                          <a:solidFill>
                            <a:srgbClr val="000000"/>
                          </a:solidFill>
                          <a:latin typeface="+mn-lt"/>
                          <a:ea typeface="+mn-ea"/>
                          <a:cs typeface="+mn-cs"/>
                          <a:sym typeface="Arial"/>
                        </a:rPr>
                        <a:t>13</a:t>
                      </a:r>
                      <a:r>
                        <a:rPr lang="en-US" sz="1400" b="0" i="0" u="none" strike="noStrike" cap="none" baseline="0" dirty="0">
                          <a:solidFill>
                            <a:srgbClr val="000000"/>
                          </a:solidFill>
                          <a:latin typeface="+mn-lt"/>
                          <a:ea typeface="+mn-ea"/>
                          <a:cs typeface="+mn-cs"/>
                          <a:sym typeface="Arial"/>
                        </a:rPr>
                        <a:t>(3), 558-575, DOI: 10.17323/1813-8918-2016-3-558-575 </a:t>
                      </a:r>
                    </a:p>
                  </a:txBody>
                  <a:tcPr anchor="ctr"/>
                </a:tc>
                <a:extLst>
                  <a:ext uri="{0D108BD9-81ED-4DB2-BD59-A6C34878D82A}">
                    <a16:rowId xmlns:a16="http://schemas.microsoft.com/office/drawing/2014/main" val="2018032351"/>
                  </a:ext>
                </a:extLst>
              </a:tr>
              <a:tr h="716549">
                <a:tc>
                  <a:txBody>
                    <a:bodyPr/>
                    <a:lstStyle/>
                    <a:p>
                      <a:r>
                        <a:rPr lang="en-IN" dirty="0">
                          <a:solidFill>
                            <a:srgbClr val="000000"/>
                          </a:solidFill>
                        </a:rPr>
                        <a:t>5.</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US" sz="1400" b="0" i="0" u="none" strike="noStrike" cap="none" baseline="0" dirty="0">
                          <a:solidFill>
                            <a:srgbClr val="000000"/>
                          </a:solidFill>
                          <a:latin typeface="+mn-lt"/>
                          <a:ea typeface="+mn-ea"/>
                          <a:cs typeface="+mn-cs"/>
                          <a:sym typeface="Arial"/>
                        </a:rPr>
                        <a:t>P. Wang, "</a:t>
                      </a:r>
                      <a:r>
                        <a:rPr lang="en-US" sz="1400" b="0" i="1" u="none" strike="noStrike" cap="none" baseline="0" dirty="0">
                          <a:solidFill>
                            <a:srgbClr val="000000"/>
                          </a:solidFill>
                          <a:latin typeface="+mn-lt"/>
                          <a:ea typeface="+mn-ea"/>
                          <a:cs typeface="+mn-cs"/>
                          <a:sym typeface="Arial"/>
                        </a:rPr>
                        <a:t>Learning and Control of Human-Like Thinking Process</a:t>
                      </a:r>
                      <a:r>
                        <a:rPr lang="en-US" sz="1400" b="0" i="0" u="none" strike="noStrike" cap="none" baseline="0" dirty="0">
                          <a:solidFill>
                            <a:srgbClr val="000000"/>
                          </a:solidFill>
                          <a:latin typeface="+mn-lt"/>
                          <a:ea typeface="+mn-ea"/>
                          <a:cs typeface="+mn-cs"/>
                          <a:sym typeface="Arial"/>
                        </a:rPr>
                        <a:t>", 2006 International Conference on Machine Learning and Cybernetics, 2006, pp. 850-854, </a:t>
                      </a:r>
                      <a:r>
                        <a:rPr lang="en-US" sz="1400" b="0" i="0" u="none" strike="noStrike" cap="none" baseline="0" dirty="0" err="1">
                          <a:solidFill>
                            <a:srgbClr val="000000"/>
                          </a:solidFill>
                          <a:latin typeface="+mn-lt"/>
                          <a:ea typeface="+mn-ea"/>
                          <a:cs typeface="+mn-cs"/>
                          <a:sym typeface="Arial"/>
                        </a:rPr>
                        <a:t>doi</a:t>
                      </a:r>
                      <a:r>
                        <a:rPr lang="en-US" sz="1400" b="0" i="0" u="none" strike="noStrike" cap="none" baseline="0" dirty="0">
                          <a:solidFill>
                            <a:srgbClr val="000000"/>
                          </a:solidFill>
                          <a:latin typeface="+mn-lt"/>
                          <a:ea typeface="+mn-ea"/>
                          <a:cs typeface="+mn-cs"/>
                          <a:sym typeface="Arial"/>
                        </a:rPr>
                        <a:t>: 10.1109/ICMLC.2006.258484. </a:t>
                      </a:r>
                    </a:p>
                  </a:txBody>
                  <a:tcPr anchor="ctr"/>
                </a:tc>
                <a:extLst>
                  <a:ext uri="{0D108BD9-81ED-4DB2-BD59-A6C34878D82A}">
                    <a16:rowId xmlns:a16="http://schemas.microsoft.com/office/drawing/2014/main" val="4116346192"/>
                  </a:ext>
                </a:extLst>
              </a:tr>
            </a:tbl>
          </a:graphicData>
        </a:graphic>
      </p:graphicFrame>
    </p:spTree>
    <p:extLst>
      <p:ext uri="{BB962C8B-B14F-4D97-AF65-F5344CB8AC3E}">
        <p14:creationId xmlns:p14="http://schemas.microsoft.com/office/powerpoint/2010/main" val="1833214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039C-E16D-47A5-B53C-669C78795F58}"/>
              </a:ext>
            </a:extLst>
          </p:cNvPr>
          <p:cNvSpPr>
            <a:spLocks noGrp="1"/>
          </p:cNvSpPr>
          <p:nvPr>
            <p:ph type="title"/>
          </p:nvPr>
        </p:nvSpPr>
        <p:spPr/>
        <p:txBody>
          <a:bodyPr/>
          <a:lstStyle/>
          <a:p>
            <a:r>
              <a:rPr lang="en-IN" dirty="0"/>
              <a:t>Literature Review</a:t>
            </a:r>
          </a:p>
        </p:txBody>
      </p:sp>
      <p:graphicFrame>
        <p:nvGraphicFramePr>
          <p:cNvPr id="4" name="Table 4">
            <a:extLst>
              <a:ext uri="{FF2B5EF4-FFF2-40B4-BE49-F238E27FC236}">
                <a16:creationId xmlns:a16="http://schemas.microsoft.com/office/drawing/2014/main" id="{69589072-930A-4EA8-B401-525298207084}"/>
              </a:ext>
            </a:extLst>
          </p:cNvPr>
          <p:cNvGraphicFramePr>
            <a:graphicFrameLocks noGrp="1"/>
          </p:cNvGraphicFramePr>
          <p:nvPr/>
        </p:nvGraphicFramePr>
        <p:xfrm>
          <a:off x="472380" y="2296160"/>
          <a:ext cx="9113520" cy="5164664"/>
        </p:xfrm>
        <a:graphic>
          <a:graphicData uri="http://schemas.openxmlformats.org/drawingml/2006/table">
            <a:tbl>
              <a:tblPr firstRow="1" bandRow="1">
                <a:tableStyleId>{5C22544A-7EE6-4342-B048-85BDC9FD1C3A}</a:tableStyleId>
              </a:tblPr>
              <a:tblGrid>
                <a:gridCol w="853440">
                  <a:extLst>
                    <a:ext uri="{9D8B030D-6E8A-4147-A177-3AD203B41FA5}">
                      <a16:colId xmlns:a16="http://schemas.microsoft.com/office/drawing/2014/main" val="1250132414"/>
                    </a:ext>
                  </a:extLst>
                </a:gridCol>
                <a:gridCol w="8260080">
                  <a:extLst>
                    <a:ext uri="{9D8B030D-6E8A-4147-A177-3AD203B41FA5}">
                      <a16:colId xmlns:a16="http://schemas.microsoft.com/office/drawing/2014/main" val="1155001235"/>
                    </a:ext>
                  </a:extLst>
                </a:gridCol>
              </a:tblGrid>
              <a:tr h="765386">
                <a:tc>
                  <a:txBody>
                    <a:bodyPr/>
                    <a:lstStyle/>
                    <a:p>
                      <a:r>
                        <a:rPr lang="en-IN" dirty="0">
                          <a:solidFill>
                            <a:schemeClr val="tx1"/>
                          </a:solidFill>
                        </a:rPr>
                        <a:t>No.</a:t>
                      </a:r>
                    </a:p>
                  </a:txBody>
                  <a:tcPr anchor="ctr"/>
                </a:tc>
                <a:tc>
                  <a:txBody>
                    <a:bodyPr/>
                    <a:lstStyle/>
                    <a:p>
                      <a:r>
                        <a:rPr lang="en-IN" dirty="0">
                          <a:solidFill>
                            <a:schemeClr val="tx1"/>
                          </a:solidFill>
                        </a:rPr>
                        <a:t>Reference Title</a:t>
                      </a:r>
                    </a:p>
                  </a:txBody>
                  <a:tcPr anchor="ctr"/>
                </a:tc>
                <a:extLst>
                  <a:ext uri="{0D108BD9-81ED-4DB2-BD59-A6C34878D82A}">
                    <a16:rowId xmlns:a16="http://schemas.microsoft.com/office/drawing/2014/main" val="1521282694"/>
                  </a:ext>
                </a:extLst>
              </a:tr>
              <a:tr h="765386">
                <a:tc>
                  <a:txBody>
                    <a:bodyPr/>
                    <a:lstStyle/>
                    <a:p>
                      <a:r>
                        <a:rPr lang="en-IN" dirty="0">
                          <a:solidFill>
                            <a:srgbClr val="000000"/>
                          </a:solidFill>
                        </a:rPr>
                        <a:t>6.</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US" sz="1400" b="0" i="0" u="none" strike="noStrike" cap="none" baseline="0" dirty="0">
                          <a:solidFill>
                            <a:srgbClr val="000000"/>
                          </a:solidFill>
                          <a:latin typeface="+mn-lt"/>
                          <a:ea typeface="+mn-ea"/>
                          <a:cs typeface="+mn-cs"/>
                          <a:sym typeface="Arial"/>
                        </a:rPr>
                        <a:t>Y. Wang et al., “</a:t>
                      </a:r>
                      <a:r>
                        <a:rPr lang="en-US" sz="1400" b="0" i="1" u="none" strike="noStrike" cap="none" baseline="0" dirty="0">
                          <a:solidFill>
                            <a:srgbClr val="000000"/>
                          </a:solidFill>
                          <a:latin typeface="+mn-lt"/>
                          <a:ea typeface="+mn-ea"/>
                          <a:cs typeface="+mn-cs"/>
                          <a:sym typeface="Arial"/>
                        </a:rPr>
                        <a:t>The cognitive process and formal models of human attentions</a:t>
                      </a:r>
                      <a:r>
                        <a:rPr lang="en-US" sz="1400" b="0" i="0" u="none" strike="noStrike" cap="none" baseline="0" dirty="0">
                          <a:solidFill>
                            <a:srgbClr val="000000"/>
                          </a:solidFill>
                          <a:latin typeface="+mn-lt"/>
                          <a:ea typeface="+mn-ea"/>
                          <a:cs typeface="+mn-cs"/>
                          <a:sym typeface="Arial"/>
                        </a:rPr>
                        <a:t>,” International Journal of Software Science and Computational Intelligence, vol. 5, no. 1, pp. 32-50, 2013. </a:t>
                      </a:r>
                    </a:p>
                  </a:txBody>
                  <a:tcPr anchor="ctr"/>
                </a:tc>
                <a:extLst>
                  <a:ext uri="{0D108BD9-81ED-4DB2-BD59-A6C34878D82A}">
                    <a16:rowId xmlns:a16="http://schemas.microsoft.com/office/drawing/2014/main" val="3801639952"/>
                  </a:ext>
                </a:extLst>
              </a:tr>
              <a:tr h="765386">
                <a:tc>
                  <a:txBody>
                    <a:bodyPr/>
                    <a:lstStyle/>
                    <a:p>
                      <a:r>
                        <a:rPr lang="en-IN" dirty="0">
                          <a:solidFill>
                            <a:srgbClr val="000000"/>
                          </a:solidFill>
                        </a:rPr>
                        <a:t>7.</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IN" sz="1400" b="0" i="0" u="none" strike="noStrike" cap="none" baseline="0" dirty="0" err="1">
                          <a:solidFill>
                            <a:srgbClr val="000000"/>
                          </a:solidFill>
                          <a:latin typeface="+mn-lt"/>
                          <a:ea typeface="+mn-ea"/>
                          <a:cs typeface="+mn-cs"/>
                          <a:sym typeface="Arial"/>
                        </a:rPr>
                        <a:t>S.N.Sivanandam</a:t>
                      </a:r>
                      <a:r>
                        <a:rPr lang="en-IN" sz="1400" b="0" i="0" u="none" strike="noStrike" cap="none" baseline="0" dirty="0">
                          <a:solidFill>
                            <a:srgbClr val="000000"/>
                          </a:solidFill>
                          <a:latin typeface="+mn-lt"/>
                          <a:ea typeface="+mn-ea"/>
                          <a:cs typeface="+mn-cs"/>
                          <a:sym typeface="Arial"/>
                        </a:rPr>
                        <a:t> · </a:t>
                      </a:r>
                      <a:r>
                        <a:rPr lang="en-IN" sz="1400" b="0" i="0" u="none" strike="noStrike" cap="none" baseline="0" dirty="0" err="1">
                          <a:solidFill>
                            <a:srgbClr val="000000"/>
                          </a:solidFill>
                          <a:latin typeface="+mn-lt"/>
                          <a:ea typeface="+mn-ea"/>
                          <a:cs typeface="+mn-cs"/>
                          <a:sym typeface="Arial"/>
                        </a:rPr>
                        <a:t>S.N.Deepa</a:t>
                      </a:r>
                      <a:r>
                        <a:rPr lang="en-IN" sz="1400" b="0" i="0" u="none" strike="noStrike" cap="none" baseline="0" dirty="0">
                          <a:solidFill>
                            <a:srgbClr val="000000"/>
                          </a:solidFill>
                          <a:latin typeface="+mn-lt"/>
                          <a:ea typeface="+mn-ea"/>
                          <a:cs typeface="+mn-cs"/>
                          <a:sym typeface="Arial"/>
                        </a:rPr>
                        <a:t>, “</a:t>
                      </a:r>
                      <a:r>
                        <a:rPr lang="en-IN" sz="1400" b="0" i="1" u="none" strike="noStrike" cap="none" baseline="0" dirty="0">
                          <a:solidFill>
                            <a:srgbClr val="000000"/>
                          </a:solidFill>
                          <a:latin typeface="+mn-lt"/>
                          <a:ea typeface="+mn-ea"/>
                          <a:cs typeface="+mn-cs"/>
                          <a:sym typeface="Arial"/>
                        </a:rPr>
                        <a:t>Introduction to Genetic Algorithms</a:t>
                      </a:r>
                      <a:r>
                        <a:rPr lang="en-IN" sz="1400" b="0" i="0" u="none" strike="noStrike" cap="none" baseline="0" dirty="0">
                          <a:solidFill>
                            <a:srgbClr val="000000"/>
                          </a:solidFill>
                          <a:latin typeface="+mn-lt"/>
                          <a:ea typeface="+mn-ea"/>
                          <a:cs typeface="+mn-cs"/>
                          <a:sym typeface="Arial"/>
                        </a:rPr>
                        <a:t>”, Springer-Verlag Berlin Heidelberg 2008, </a:t>
                      </a:r>
                      <a:r>
                        <a:rPr lang="en-IN" sz="1400" b="0" i="0" u="none" strike="noStrike" cap="none" baseline="0" dirty="0" err="1">
                          <a:solidFill>
                            <a:srgbClr val="000000"/>
                          </a:solidFill>
                          <a:latin typeface="+mn-lt"/>
                          <a:ea typeface="+mn-ea"/>
                          <a:cs typeface="+mn-cs"/>
                          <a:sym typeface="Arial"/>
                        </a:rPr>
                        <a:t>doi</a:t>
                      </a:r>
                      <a:r>
                        <a:rPr lang="en-IN" sz="1400" b="0" i="0" u="none" strike="noStrike" cap="none" baseline="0" dirty="0">
                          <a:solidFill>
                            <a:srgbClr val="000000"/>
                          </a:solidFill>
                          <a:latin typeface="+mn-lt"/>
                          <a:ea typeface="+mn-ea"/>
                          <a:cs typeface="+mn-cs"/>
                          <a:sym typeface="Arial"/>
                        </a:rPr>
                        <a:t>: 10.1007/978-3-540-73190-0 </a:t>
                      </a:r>
                    </a:p>
                  </a:txBody>
                  <a:tcPr anchor="ctr"/>
                </a:tc>
                <a:extLst>
                  <a:ext uri="{0D108BD9-81ED-4DB2-BD59-A6C34878D82A}">
                    <a16:rowId xmlns:a16="http://schemas.microsoft.com/office/drawing/2014/main" val="2117800902"/>
                  </a:ext>
                </a:extLst>
              </a:tr>
              <a:tr h="765386">
                <a:tc>
                  <a:txBody>
                    <a:bodyPr/>
                    <a:lstStyle/>
                    <a:p>
                      <a:r>
                        <a:rPr lang="en-IN" dirty="0">
                          <a:solidFill>
                            <a:srgbClr val="000000"/>
                          </a:solidFill>
                        </a:rPr>
                        <a:t>8.</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IN" sz="1400" b="0" i="0" u="none" strike="noStrike" cap="none" baseline="0" dirty="0">
                          <a:solidFill>
                            <a:srgbClr val="000000"/>
                          </a:solidFill>
                          <a:latin typeface="+mn-lt"/>
                          <a:ea typeface="+mn-ea"/>
                          <a:cs typeface="+mn-cs"/>
                          <a:sym typeface="Arial"/>
                        </a:rPr>
                        <a:t>Abid Hussain, Yousaf Shad Muhammad, M. Nauman Sajid, Ijaz Hussain, Alaa </a:t>
                      </a:r>
                      <a:r>
                        <a:rPr lang="en-IN" sz="1400" b="0" i="0" u="none" strike="noStrike" cap="none" baseline="0" dirty="0" err="1">
                          <a:solidFill>
                            <a:srgbClr val="000000"/>
                          </a:solidFill>
                          <a:latin typeface="+mn-lt"/>
                          <a:ea typeface="+mn-ea"/>
                          <a:cs typeface="+mn-cs"/>
                          <a:sym typeface="Arial"/>
                        </a:rPr>
                        <a:t>Mohamd</a:t>
                      </a:r>
                      <a:r>
                        <a:rPr lang="en-IN" sz="1400" b="0" i="0" u="none" strike="noStrike" cap="none" baseline="0" dirty="0">
                          <a:solidFill>
                            <a:srgbClr val="000000"/>
                          </a:solidFill>
                          <a:latin typeface="+mn-lt"/>
                          <a:ea typeface="+mn-ea"/>
                          <a:cs typeface="+mn-cs"/>
                          <a:sym typeface="Arial"/>
                        </a:rPr>
                        <a:t> Shoukry, </a:t>
                      </a:r>
                      <a:r>
                        <a:rPr lang="en-IN" sz="1400" b="0" i="0" u="none" strike="noStrike" cap="none" baseline="0" dirty="0" err="1">
                          <a:solidFill>
                            <a:srgbClr val="000000"/>
                          </a:solidFill>
                          <a:latin typeface="+mn-lt"/>
                          <a:ea typeface="+mn-ea"/>
                          <a:cs typeface="+mn-cs"/>
                          <a:sym typeface="Arial"/>
                        </a:rPr>
                        <a:t>Showkat</a:t>
                      </a:r>
                      <a:r>
                        <a:rPr lang="en-IN" sz="1400" b="0" i="0" u="none" strike="noStrike" cap="none" baseline="0" dirty="0">
                          <a:solidFill>
                            <a:srgbClr val="000000"/>
                          </a:solidFill>
                          <a:latin typeface="+mn-lt"/>
                          <a:ea typeface="+mn-ea"/>
                          <a:cs typeface="+mn-cs"/>
                          <a:sym typeface="Arial"/>
                        </a:rPr>
                        <a:t> </a:t>
                      </a:r>
                      <a:r>
                        <a:rPr lang="en-IN" sz="1400" b="0" i="0" u="none" strike="noStrike" cap="none" baseline="0" dirty="0" err="1">
                          <a:solidFill>
                            <a:srgbClr val="000000"/>
                          </a:solidFill>
                          <a:latin typeface="+mn-lt"/>
                          <a:ea typeface="+mn-ea"/>
                          <a:cs typeface="+mn-cs"/>
                          <a:sym typeface="Arial"/>
                        </a:rPr>
                        <a:t>Gani</a:t>
                      </a:r>
                      <a:r>
                        <a:rPr lang="en-IN" sz="1400" b="0" i="0" u="none" strike="noStrike" cap="none" baseline="0" dirty="0">
                          <a:solidFill>
                            <a:srgbClr val="000000"/>
                          </a:solidFill>
                          <a:latin typeface="+mn-lt"/>
                          <a:ea typeface="+mn-ea"/>
                          <a:cs typeface="+mn-cs"/>
                          <a:sym typeface="Arial"/>
                        </a:rPr>
                        <a:t>, "</a:t>
                      </a:r>
                      <a:r>
                        <a:rPr lang="en-IN" sz="1400" b="0" i="1" u="none" strike="noStrike" cap="none" baseline="0" dirty="0">
                          <a:solidFill>
                            <a:srgbClr val="000000"/>
                          </a:solidFill>
                          <a:latin typeface="+mn-lt"/>
                          <a:ea typeface="+mn-ea"/>
                          <a:cs typeface="+mn-cs"/>
                          <a:sym typeface="Arial"/>
                        </a:rPr>
                        <a:t>Genetic Algorithm for Traveling Salesman Problem with Modified Cycle Crossover Operator</a:t>
                      </a:r>
                      <a:r>
                        <a:rPr lang="en-IN" sz="1400" b="0" i="0" u="none" strike="noStrike" cap="none" baseline="0" dirty="0">
                          <a:solidFill>
                            <a:srgbClr val="000000"/>
                          </a:solidFill>
                          <a:latin typeface="+mn-lt"/>
                          <a:ea typeface="+mn-ea"/>
                          <a:cs typeface="+mn-cs"/>
                          <a:sym typeface="Arial"/>
                        </a:rPr>
                        <a:t>", Computational Intelligence and Neuroscience, vol. 2017, Article ID 7430125, 7 pages, 2017. https://doi.org/10.1155/2017/7430125 </a:t>
                      </a:r>
                    </a:p>
                  </a:txBody>
                  <a:tcPr anchor="ctr"/>
                </a:tc>
                <a:extLst>
                  <a:ext uri="{0D108BD9-81ED-4DB2-BD59-A6C34878D82A}">
                    <a16:rowId xmlns:a16="http://schemas.microsoft.com/office/drawing/2014/main" val="2095653031"/>
                  </a:ext>
                </a:extLst>
              </a:tr>
              <a:tr h="765386">
                <a:tc>
                  <a:txBody>
                    <a:bodyPr/>
                    <a:lstStyle/>
                    <a:p>
                      <a:r>
                        <a:rPr lang="en-IN" dirty="0">
                          <a:solidFill>
                            <a:srgbClr val="000000"/>
                          </a:solidFill>
                        </a:rPr>
                        <a:t>9.</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IN" sz="1400" b="0" i="0" u="none" strike="noStrike" cap="none" baseline="0" dirty="0" err="1">
                          <a:solidFill>
                            <a:srgbClr val="000000"/>
                          </a:solidFill>
                          <a:latin typeface="+mn-lt"/>
                          <a:ea typeface="+mn-ea"/>
                          <a:cs typeface="+mn-cs"/>
                          <a:sym typeface="Arial"/>
                        </a:rPr>
                        <a:t>Otman</a:t>
                      </a:r>
                      <a:r>
                        <a:rPr lang="en-IN" sz="1400" b="0" i="0" u="none" strike="noStrike" cap="none" baseline="0" dirty="0">
                          <a:solidFill>
                            <a:srgbClr val="000000"/>
                          </a:solidFill>
                          <a:latin typeface="+mn-lt"/>
                          <a:ea typeface="+mn-ea"/>
                          <a:cs typeface="+mn-cs"/>
                          <a:sym typeface="Arial"/>
                        </a:rPr>
                        <a:t> Abdoun, Jaafar </a:t>
                      </a:r>
                      <a:r>
                        <a:rPr lang="en-IN" sz="1400" b="0" i="0" u="none" strike="noStrike" cap="none" baseline="0" dirty="0" err="1">
                          <a:solidFill>
                            <a:srgbClr val="000000"/>
                          </a:solidFill>
                          <a:latin typeface="+mn-lt"/>
                          <a:ea typeface="+mn-ea"/>
                          <a:cs typeface="+mn-cs"/>
                          <a:sym typeface="Arial"/>
                        </a:rPr>
                        <a:t>Abouchabaka</a:t>
                      </a:r>
                      <a:r>
                        <a:rPr lang="en-IN" sz="1400" b="0" i="0" u="none" strike="noStrike" cap="none" baseline="0" dirty="0">
                          <a:solidFill>
                            <a:srgbClr val="000000"/>
                          </a:solidFill>
                          <a:latin typeface="+mn-lt"/>
                          <a:ea typeface="+mn-ea"/>
                          <a:cs typeface="+mn-cs"/>
                          <a:sym typeface="Arial"/>
                        </a:rPr>
                        <a:t>, </a:t>
                      </a:r>
                      <a:r>
                        <a:rPr lang="en-IN" sz="1400" b="0" i="0" u="none" strike="noStrike" cap="none" baseline="0" dirty="0" err="1">
                          <a:solidFill>
                            <a:srgbClr val="000000"/>
                          </a:solidFill>
                          <a:latin typeface="+mn-lt"/>
                          <a:ea typeface="+mn-ea"/>
                          <a:cs typeface="+mn-cs"/>
                          <a:sym typeface="Arial"/>
                        </a:rPr>
                        <a:t>Chakir</a:t>
                      </a:r>
                      <a:r>
                        <a:rPr lang="en-IN" sz="1400" b="0" i="0" u="none" strike="noStrike" cap="none" baseline="0" dirty="0">
                          <a:solidFill>
                            <a:srgbClr val="000000"/>
                          </a:solidFill>
                          <a:latin typeface="+mn-lt"/>
                          <a:ea typeface="+mn-ea"/>
                          <a:cs typeface="+mn-cs"/>
                          <a:sym typeface="Arial"/>
                        </a:rPr>
                        <a:t> </a:t>
                      </a:r>
                      <a:r>
                        <a:rPr lang="en-IN" sz="1400" b="0" i="0" u="none" strike="noStrike" cap="none" baseline="0" dirty="0" err="1">
                          <a:solidFill>
                            <a:srgbClr val="000000"/>
                          </a:solidFill>
                          <a:latin typeface="+mn-lt"/>
                          <a:ea typeface="+mn-ea"/>
                          <a:cs typeface="+mn-cs"/>
                          <a:sym typeface="Arial"/>
                        </a:rPr>
                        <a:t>Tajani</a:t>
                      </a:r>
                      <a:r>
                        <a:rPr lang="en-IN" sz="1400" b="0" i="0" u="none" strike="noStrike" cap="none" baseline="0" dirty="0">
                          <a:solidFill>
                            <a:srgbClr val="000000"/>
                          </a:solidFill>
                          <a:latin typeface="+mn-lt"/>
                          <a:ea typeface="+mn-ea"/>
                          <a:cs typeface="+mn-cs"/>
                          <a:sym typeface="Arial"/>
                        </a:rPr>
                        <a:t>, “</a:t>
                      </a:r>
                      <a:r>
                        <a:rPr lang="en-IN" sz="1400" b="0" i="1" u="none" strike="noStrike" cap="none" baseline="0" dirty="0" err="1">
                          <a:solidFill>
                            <a:srgbClr val="000000"/>
                          </a:solidFill>
                          <a:latin typeface="+mn-lt"/>
                          <a:ea typeface="+mn-ea"/>
                          <a:cs typeface="+mn-cs"/>
                          <a:sym typeface="Arial"/>
                        </a:rPr>
                        <a:t>Analyzing</a:t>
                      </a:r>
                      <a:r>
                        <a:rPr lang="en-IN" sz="1400" b="0" i="1" u="none" strike="noStrike" cap="none" baseline="0" dirty="0">
                          <a:solidFill>
                            <a:srgbClr val="000000"/>
                          </a:solidFill>
                          <a:latin typeface="+mn-lt"/>
                          <a:ea typeface="+mn-ea"/>
                          <a:cs typeface="+mn-cs"/>
                          <a:sym typeface="Arial"/>
                        </a:rPr>
                        <a:t> the Performance of Mutation Operators to Solve the Travelling Salesman Problem</a:t>
                      </a:r>
                      <a:r>
                        <a:rPr lang="en-IN" sz="1400" b="0" i="0" u="none" strike="noStrike" cap="none" baseline="0" dirty="0">
                          <a:solidFill>
                            <a:srgbClr val="000000"/>
                          </a:solidFill>
                          <a:latin typeface="+mn-lt"/>
                          <a:ea typeface="+mn-ea"/>
                          <a:cs typeface="+mn-cs"/>
                          <a:sym typeface="Arial"/>
                        </a:rPr>
                        <a:t>” arXiv:1203.3099 [cs.NE] </a:t>
                      </a:r>
                    </a:p>
                  </a:txBody>
                  <a:tcPr anchor="ctr"/>
                </a:tc>
                <a:extLst>
                  <a:ext uri="{0D108BD9-81ED-4DB2-BD59-A6C34878D82A}">
                    <a16:rowId xmlns:a16="http://schemas.microsoft.com/office/drawing/2014/main" val="2018032351"/>
                  </a:ext>
                </a:extLst>
              </a:tr>
              <a:tr h="765386">
                <a:tc>
                  <a:txBody>
                    <a:bodyPr/>
                    <a:lstStyle/>
                    <a:p>
                      <a:r>
                        <a:rPr lang="en-IN" dirty="0">
                          <a:solidFill>
                            <a:srgbClr val="000000"/>
                          </a:solidFill>
                        </a:rPr>
                        <a:t>10.</a:t>
                      </a:r>
                    </a:p>
                  </a:txBody>
                  <a:tcPr anchor="ctr"/>
                </a:tc>
                <a:tc>
                  <a:txBody>
                    <a:bodyPr/>
                    <a:lstStyle/>
                    <a:p>
                      <a:endParaRPr lang="en-IN" sz="1400" b="0" i="0" u="none" strike="noStrike" cap="none" baseline="0" dirty="0">
                        <a:solidFill>
                          <a:srgbClr val="000000"/>
                        </a:solidFill>
                        <a:latin typeface="+mn-lt"/>
                        <a:ea typeface="+mn-ea"/>
                        <a:cs typeface="+mn-cs"/>
                        <a:sym typeface="Arial"/>
                      </a:endParaRPr>
                    </a:p>
                    <a:p>
                      <a:r>
                        <a:rPr lang="en-IN" sz="1400" b="0" i="0" u="none" strike="noStrike" cap="none" baseline="0" dirty="0">
                          <a:solidFill>
                            <a:srgbClr val="000000"/>
                          </a:solidFill>
                          <a:latin typeface="+mn-lt"/>
                          <a:ea typeface="+mn-ea"/>
                          <a:cs typeface="+mn-cs"/>
                          <a:sym typeface="Arial"/>
                        </a:rPr>
                        <a:t>F. Yu, X. Fu, H. Li and G. Dong, "Improved Roulette Wheel Selection-Based Genetic Algorithm for TSP," 2016 International Conference on Network and Information Systems for Computers (ICNISC), 2016, pp. 151-154, </a:t>
                      </a:r>
                      <a:r>
                        <a:rPr lang="en-IN" sz="1400" b="0" i="0" u="none" strike="noStrike" cap="none" baseline="0" dirty="0" err="1">
                          <a:solidFill>
                            <a:srgbClr val="000000"/>
                          </a:solidFill>
                          <a:latin typeface="+mn-lt"/>
                          <a:ea typeface="+mn-ea"/>
                          <a:cs typeface="+mn-cs"/>
                          <a:sym typeface="Arial"/>
                        </a:rPr>
                        <a:t>doi</a:t>
                      </a:r>
                      <a:r>
                        <a:rPr lang="en-IN" sz="1400" b="0" i="0" u="none" strike="noStrike" cap="none" baseline="0" dirty="0">
                          <a:solidFill>
                            <a:srgbClr val="000000"/>
                          </a:solidFill>
                          <a:latin typeface="+mn-lt"/>
                          <a:ea typeface="+mn-ea"/>
                          <a:cs typeface="+mn-cs"/>
                          <a:sym typeface="Arial"/>
                        </a:rPr>
                        <a:t>: 10.1109/ICNISC.2016.041. </a:t>
                      </a:r>
                    </a:p>
                  </a:txBody>
                  <a:tcPr anchor="ctr"/>
                </a:tc>
                <a:extLst>
                  <a:ext uri="{0D108BD9-81ED-4DB2-BD59-A6C34878D82A}">
                    <a16:rowId xmlns:a16="http://schemas.microsoft.com/office/drawing/2014/main" val="4116346192"/>
                  </a:ext>
                </a:extLst>
              </a:tr>
            </a:tbl>
          </a:graphicData>
        </a:graphic>
      </p:graphicFrame>
    </p:spTree>
    <p:extLst>
      <p:ext uri="{BB962C8B-B14F-4D97-AF65-F5344CB8AC3E}">
        <p14:creationId xmlns:p14="http://schemas.microsoft.com/office/powerpoint/2010/main" val="237422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D2DCF-9D3B-4735-B29B-84D7B9034622}"/>
              </a:ext>
            </a:extLst>
          </p:cNvPr>
          <p:cNvSpPr>
            <a:spLocks noGrp="1"/>
          </p:cNvSpPr>
          <p:nvPr>
            <p:ph type="title"/>
          </p:nvPr>
        </p:nvSpPr>
        <p:spPr>
          <a:xfrm>
            <a:off x="426690" y="839573"/>
            <a:ext cx="4206270" cy="1141800"/>
          </a:xfrm>
        </p:spPr>
        <p:txBody>
          <a:bodyPr/>
          <a:lstStyle/>
          <a:p>
            <a:r>
              <a:rPr lang="en-IN" dirty="0"/>
              <a:t>Basic Genetic Algorithm</a:t>
            </a:r>
          </a:p>
        </p:txBody>
      </p:sp>
      <p:pic>
        <p:nvPicPr>
          <p:cNvPr id="5" name="Picture 4">
            <a:extLst>
              <a:ext uri="{FF2B5EF4-FFF2-40B4-BE49-F238E27FC236}">
                <a16:creationId xmlns:a16="http://schemas.microsoft.com/office/drawing/2014/main" id="{41017BD1-B95D-4799-82D0-D477756DEE70}"/>
              </a:ext>
            </a:extLst>
          </p:cNvPr>
          <p:cNvPicPr>
            <a:picLocks noChangeAspect="1"/>
          </p:cNvPicPr>
          <p:nvPr/>
        </p:nvPicPr>
        <p:blipFill>
          <a:blip r:embed="rId2"/>
          <a:stretch>
            <a:fillRect/>
          </a:stretch>
        </p:blipFill>
        <p:spPr>
          <a:xfrm>
            <a:off x="1352550" y="2724150"/>
            <a:ext cx="7353300" cy="4457700"/>
          </a:xfrm>
          <a:prstGeom prst="rect">
            <a:avLst/>
          </a:prstGeom>
        </p:spPr>
      </p:pic>
    </p:spTree>
    <p:extLst>
      <p:ext uri="{BB962C8B-B14F-4D97-AF65-F5344CB8AC3E}">
        <p14:creationId xmlns:p14="http://schemas.microsoft.com/office/powerpoint/2010/main" val="3850129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p>
            <a:pPr marL="0" lvl="0" indent="0" algn="l" rtl="0">
              <a:spcBef>
                <a:spcPts val="0"/>
              </a:spcBef>
              <a:spcAft>
                <a:spcPts val="0"/>
              </a:spcAft>
              <a:buNone/>
            </a:pPr>
            <a:r>
              <a:rPr lang="en" dirty="0"/>
              <a:t>Proposed Work</a:t>
            </a:r>
            <a:endParaRPr dirty="0"/>
          </a:p>
        </p:txBody>
      </p:sp>
      <p:sp>
        <p:nvSpPr>
          <p:cNvPr id="5" name="Oval 4">
            <a:extLst>
              <a:ext uri="{FF2B5EF4-FFF2-40B4-BE49-F238E27FC236}">
                <a16:creationId xmlns:a16="http://schemas.microsoft.com/office/drawing/2014/main" id="{4103947E-5B6F-4E29-8EAE-3D79277E5439}"/>
              </a:ext>
            </a:extLst>
          </p:cNvPr>
          <p:cNvSpPr/>
          <p:nvPr/>
        </p:nvSpPr>
        <p:spPr>
          <a:xfrm>
            <a:off x="6465429" y="954882"/>
            <a:ext cx="2626250" cy="8268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FFFF"/>
                </a:solidFill>
              </a:rPr>
              <a:t>Thought Population</a:t>
            </a:r>
            <a:endParaRPr lang="en-IN" dirty="0">
              <a:solidFill>
                <a:srgbClr val="FFFFFF"/>
              </a:solidFill>
            </a:endParaRPr>
          </a:p>
        </p:txBody>
      </p:sp>
      <p:sp>
        <p:nvSpPr>
          <p:cNvPr id="7" name="Rectangle 6">
            <a:extLst>
              <a:ext uri="{FF2B5EF4-FFF2-40B4-BE49-F238E27FC236}">
                <a16:creationId xmlns:a16="http://schemas.microsoft.com/office/drawing/2014/main" id="{8334DC5C-C35E-4AB3-B715-77F513FCF1EA}"/>
              </a:ext>
            </a:extLst>
          </p:cNvPr>
          <p:cNvSpPr/>
          <p:nvPr/>
        </p:nvSpPr>
        <p:spPr>
          <a:xfrm>
            <a:off x="6964380" y="2241751"/>
            <a:ext cx="1605516" cy="826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FFFFFF"/>
                </a:solidFill>
              </a:rPr>
              <a:t>GA Operations</a:t>
            </a:r>
          </a:p>
        </p:txBody>
      </p:sp>
      <p:sp>
        <p:nvSpPr>
          <p:cNvPr id="8" name="Rectangle: Rounded Corners 7">
            <a:extLst>
              <a:ext uri="{FF2B5EF4-FFF2-40B4-BE49-F238E27FC236}">
                <a16:creationId xmlns:a16="http://schemas.microsoft.com/office/drawing/2014/main" id="{36EDA4FC-BD6F-46B1-9632-F7ED6CEB533B}"/>
              </a:ext>
            </a:extLst>
          </p:cNvPr>
          <p:cNvSpPr/>
          <p:nvPr/>
        </p:nvSpPr>
        <p:spPr>
          <a:xfrm>
            <a:off x="6693256" y="3426207"/>
            <a:ext cx="2158409" cy="6906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FFFFFF"/>
                </a:solidFill>
              </a:rPr>
              <a:t>New Thought Population</a:t>
            </a:r>
          </a:p>
        </p:txBody>
      </p:sp>
      <p:sp>
        <p:nvSpPr>
          <p:cNvPr id="9" name="Diamond 8">
            <a:extLst>
              <a:ext uri="{FF2B5EF4-FFF2-40B4-BE49-F238E27FC236}">
                <a16:creationId xmlns:a16="http://schemas.microsoft.com/office/drawing/2014/main" id="{A0F44762-5047-4007-A4EF-5F8C9F6FCD6A}"/>
              </a:ext>
            </a:extLst>
          </p:cNvPr>
          <p:cNvSpPr/>
          <p:nvPr/>
        </p:nvSpPr>
        <p:spPr>
          <a:xfrm>
            <a:off x="6693258" y="4370064"/>
            <a:ext cx="2158408" cy="9144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dirty="0">
              <a:solidFill>
                <a:srgbClr val="FFFFFF"/>
              </a:solidFill>
            </a:endParaRPr>
          </a:p>
        </p:txBody>
      </p:sp>
      <p:sp>
        <p:nvSpPr>
          <p:cNvPr id="14" name="Oval 13">
            <a:extLst>
              <a:ext uri="{FF2B5EF4-FFF2-40B4-BE49-F238E27FC236}">
                <a16:creationId xmlns:a16="http://schemas.microsoft.com/office/drawing/2014/main" id="{0289811F-AEEA-4749-BA28-FD9F797FA450}"/>
              </a:ext>
            </a:extLst>
          </p:cNvPr>
          <p:cNvSpPr/>
          <p:nvPr/>
        </p:nvSpPr>
        <p:spPr>
          <a:xfrm>
            <a:off x="6964380" y="5570962"/>
            <a:ext cx="1605516" cy="6917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FFFF"/>
                </a:solidFill>
              </a:rPr>
              <a:t>End</a:t>
            </a:r>
            <a:endParaRPr lang="en-IN" dirty="0">
              <a:solidFill>
                <a:srgbClr val="FFFFFF"/>
              </a:solidFill>
            </a:endParaRPr>
          </a:p>
        </p:txBody>
      </p:sp>
      <p:cxnSp>
        <p:nvCxnSpPr>
          <p:cNvPr id="12" name="Straight Arrow Connector 11">
            <a:extLst>
              <a:ext uri="{FF2B5EF4-FFF2-40B4-BE49-F238E27FC236}">
                <a16:creationId xmlns:a16="http://schemas.microsoft.com/office/drawing/2014/main" id="{687FDE71-BADA-4B42-AD4B-14556C253D40}"/>
              </a:ext>
            </a:extLst>
          </p:cNvPr>
          <p:cNvCxnSpPr>
            <a:cxnSpLocks/>
            <a:stCxn id="5" idx="4"/>
            <a:endCxn id="7" idx="0"/>
          </p:cNvCxnSpPr>
          <p:nvPr/>
        </p:nvCxnSpPr>
        <p:spPr>
          <a:xfrm flipH="1">
            <a:off x="7767138" y="1781779"/>
            <a:ext cx="11416" cy="45997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7760905-69D3-4E07-8B48-0EE2DBC22BB2}"/>
              </a:ext>
            </a:extLst>
          </p:cNvPr>
          <p:cNvCxnSpPr>
            <a:cxnSpLocks/>
            <a:stCxn id="7" idx="2"/>
            <a:endCxn id="8" idx="0"/>
          </p:cNvCxnSpPr>
          <p:nvPr/>
        </p:nvCxnSpPr>
        <p:spPr>
          <a:xfrm>
            <a:off x="7767138" y="3068648"/>
            <a:ext cx="5323" cy="35755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E0474F13-7C2A-4919-BF6D-DF88B44CDFF4}"/>
              </a:ext>
            </a:extLst>
          </p:cNvPr>
          <p:cNvCxnSpPr>
            <a:cxnSpLocks/>
            <a:stCxn id="8" idx="2"/>
            <a:endCxn id="9" idx="0"/>
          </p:cNvCxnSpPr>
          <p:nvPr/>
        </p:nvCxnSpPr>
        <p:spPr>
          <a:xfrm>
            <a:off x="7772461" y="4116829"/>
            <a:ext cx="1" cy="25323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DC1F378D-A303-4EAA-A63E-68B529716435}"/>
              </a:ext>
            </a:extLst>
          </p:cNvPr>
          <p:cNvCxnSpPr>
            <a:cxnSpLocks/>
            <a:stCxn id="9" idx="2"/>
            <a:endCxn id="14" idx="0"/>
          </p:cNvCxnSpPr>
          <p:nvPr/>
        </p:nvCxnSpPr>
        <p:spPr>
          <a:xfrm flipH="1">
            <a:off x="7767138" y="5284464"/>
            <a:ext cx="5324" cy="28649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6" name="Connector: Elbow 45">
            <a:extLst>
              <a:ext uri="{FF2B5EF4-FFF2-40B4-BE49-F238E27FC236}">
                <a16:creationId xmlns:a16="http://schemas.microsoft.com/office/drawing/2014/main" id="{D86541B9-6355-4FD6-96CC-0F156339376B}"/>
              </a:ext>
            </a:extLst>
          </p:cNvPr>
          <p:cNvCxnSpPr>
            <a:cxnSpLocks/>
            <a:stCxn id="9" idx="3"/>
          </p:cNvCxnSpPr>
          <p:nvPr/>
        </p:nvCxnSpPr>
        <p:spPr>
          <a:xfrm flipH="1" flipV="1">
            <a:off x="7767137" y="1991381"/>
            <a:ext cx="1084529" cy="2835883"/>
          </a:xfrm>
          <a:prstGeom prst="bentConnector4">
            <a:avLst>
              <a:gd name="adj1" fmla="val -21078"/>
              <a:gd name="adj2" fmla="val 99678"/>
            </a:avLst>
          </a:prstGeom>
          <a:ln w="38100">
            <a:tailEnd type="triangle"/>
          </a:ln>
        </p:spPr>
        <p:style>
          <a:lnRef idx="1">
            <a:schemeClr val="dk1"/>
          </a:lnRef>
          <a:fillRef idx="0">
            <a:schemeClr val="dk1"/>
          </a:fillRef>
          <a:effectRef idx="0">
            <a:schemeClr val="dk1"/>
          </a:effectRef>
          <a:fontRef idx="minor">
            <a:schemeClr val="tx1"/>
          </a:fontRef>
        </p:style>
      </p:cxnSp>
      <p:sp>
        <p:nvSpPr>
          <p:cNvPr id="121" name="TextBox 120">
            <a:extLst>
              <a:ext uri="{FF2B5EF4-FFF2-40B4-BE49-F238E27FC236}">
                <a16:creationId xmlns:a16="http://schemas.microsoft.com/office/drawing/2014/main" id="{7918E9E9-C045-4FA3-BA57-9600F24A5BA2}"/>
              </a:ext>
            </a:extLst>
          </p:cNvPr>
          <p:cNvSpPr txBox="1"/>
          <p:nvPr/>
        </p:nvSpPr>
        <p:spPr>
          <a:xfrm>
            <a:off x="7077080" y="4651834"/>
            <a:ext cx="1402948" cy="338554"/>
          </a:xfrm>
          <a:prstGeom prst="rect">
            <a:avLst/>
          </a:prstGeom>
          <a:noFill/>
        </p:spPr>
        <p:txBody>
          <a:bodyPr wrap="square" rtlCol="0">
            <a:spAutoFit/>
          </a:bodyPr>
          <a:lstStyle/>
          <a:p>
            <a:r>
              <a:rPr lang="en-IN" sz="1600" dirty="0">
                <a:solidFill>
                  <a:srgbClr val="FFFFFF"/>
                </a:solidFill>
              </a:rPr>
              <a:t>Convergence</a:t>
            </a:r>
            <a:endParaRPr lang="en-IN" dirty="0">
              <a:solidFill>
                <a:srgbClr val="FFFFFF"/>
              </a:solidFill>
            </a:endParaRPr>
          </a:p>
        </p:txBody>
      </p:sp>
      <p:sp>
        <p:nvSpPr>
          <p:cNvPr id="123" name="TextBox 122">
            <a:extLst>
              <a:ext uri="{FF2B5EF4-FFF2-40B4-BE49-F238E27FC236}">
                <a16:creationId xmlns:a16="http://schemas.microsoft.com/office/drawing/2014/main" id="{472F2087-3119-4F39-AD0D-0B9665A5A58B}"/>
              </a:ext>
            </a:extLst>
          </p:cNvPr>
          <p:cNvSpPr txBox="1"/>
          <p:nvPr/>
        </p:nvSpPr>
        <p:spPr>
          <a:xfrm>
            <a:off x="9107965" y="4519487"/>
            <a:ext cx="523625" cy="338554"/>
          </a:xfrm>
          <a:prstGeom prst="rect">
            <a:avLst/>
          </a:prstGeom>
          <a:noFill/>
        </p:spPr>
        <p:txBody>
          <a:bodyPr wrap="square" rtlCol="0">
            <a:spAutoFit/>
          </a:bodyPr>
          <a:lstStyle/>
          <a:p>
            <a:r>
              <a:rPr lang="en-IN" sz="1600" dirty="0">
                <a:solidFill>
                  <a:srgbClr val="FFFFFF"/>
                </a:solidFill>
              </a:rPr>
              <a:t>No</a:t>
            </a:r>
            <a:endParaRPr lang="en-IN" dirty="0">
              <a:solidFill>
                <a:srgbClr val="FFFFFF"/>
              </a:solidFill>
            </a:endParaRPr>
          </a:p>
        </p:txBody>
      </p:sp>
      <p:sp>
        <p:nvSpPr>
          <p:cNvPr id="124" name="TextBox 123">
            <a:extLst>
              <a:ext uri="{FF2B5EF4-FFF2-40B4-BE49-F238E27FC236}">
                <a16:creationId xmlns:a16="http://schemas.microsoft.com/office/drawing/2014/main" id="{AB9FCB63-1422-4DCC-8894-BA3E49FFA59E}"/>
              </a:ext>
            </a:extLst>
          </p:cNvPr>
          <p:cNvSpPr txBox="1"/>
          <p:nvPr/>
        </p:nvSpPr>
        <p:spPr>
          <a:xfrm>
            <a:off x="7788438" y="5203339"/>
            <a:ext cx="763949" cy="338554"/>
          </a:xfrm>
          <a:prstGeom prst="rect">
            <a:avLst/>
          </a:prstGeom>
          <a:noFill/>
        </p:spPr>
        <p:txBody>
          <a:bodyPr wrap="square" rtlCol="0">
            <a:spAutoFit/>
          </a:bodyPr>
          <a:lstStyle/>
          <a:p>
            <a:r>
              <a:rPr lang="en-IN" sz="1600" dirty="0">
                <a:solidFill>
                  <a:srgbClr val="FFFFFF"/>
                </a:solidFill>
              </a:rPr>
              <a:t>Yes</a:t>
            </a:r>
            <a:endParaRPr lang="en-IN" dirty="0">
              <a:solidFill>
                <a:srgbClr val="FFFFFF"/>
              </a:solidFill>
            </a:endParaRPr>
          </a:p>
        </p:txBody>
      </p:sp>
      <p:sp>
        <p:nvSpPr>
          <p:cNvPr id="129" name="Rectangle 128">
            <a:extLst>
              <a:ext uri="{FF2B5EF4-FFF2-40B4-BE49-F238E27FC236}">
                <a16:creationId xmlns:a16="http://schemas.microsoft.com/office/drawing/2014/main" id="{7D50B962-CDC6-49D7-9802-0F6713F0A1D0}"/>
              </a:ext>
            </a:extLst>
          </p:cNvPr>
          <p:cNvSpPr/>
          <p:nvPr/>
        </p:nvSpPr>
        <p:spPr>
          <a:xfrm>
            <a:off x="465316" y="2241751"/>
            <a:ext cx="4997169" cy="4404209"/>
          </a:xfrm>
          <a:prstGeom prst="rect">
            <a:avLst/>
          </a:prstGeom>
          <a:solidFill>
            <a:schemeClr val="tx1">
              <a:lumMod val="9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graphicFrame>
        <p:nvGraphicFramePr>
          <p:cNvPr id="130" name="Diagram 129">
            <a:extLst>
              <a:ext uri="{FF2B5EF4-FFF2-40B4-BE49-F238E27FC236}">
                <a16:creationId xmlns:a16="http://schemas.microsoft.com/office/drawing/2014/main" id="{6BA37862-979A-4923-8731-008D588FBAF1}"/>
              </a:ext>
            </a:extLst>
          </p:cNvPr>
          <p:cNvGraphicFramePr/>
          <p:nvPr>
            <p:extLst>
              <p:ext uri="{D42A27DB-BD31-4B8C-83A1-F6EECF244321}">
                <p14:modId xmlns:p14="http://schemas.microsoft.com/office/powerpoint/2010/main" val="1501210873"/>
              </p:ext>
            </p:extLst>
          </p:nvPr>
        </p:nvGraphicFramePr>
        <p:xfrm>
          <a:off x="688534" y="2721937"/>
          <a:ext cx="4550735" cy="34438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1" name="Rectangle 130">
            <a:extLst>
              <a:ext uri="{FF2B5EF4-FFF2-40B4-BE49-F238E27FC236}">
                <a16:creationId xmlns:a16="http://schemas.microsoft.com/office/drawing/2014/main" id="{26BB78F1-6899-4820-955C-0CE52F0C365F}"/>
              </a:ext>
            </a:extLst>
          </p:cNvPr>
          <p:cNvSpPr/>
          <p:nvPr/>
        </p:nvSpPr>
        <p:spPr>
          <a:xfrm>
            <a:off x="5924433" y="6495512"/>
            <a:ext cx="3685408" cy="690622"/>
          </a:xfrm>
          <a:prstGeom prst="rect">
            <a:avLst/>
          </a:prstGeom>
          <a:solidFill>
            <a:schemeClr val="tx1">
              <a:lumMod val="9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1800" dirty="0">
                <a:latin typeface="Calibri" panose="020F0502020204030204" pitchFamily="34" charset="0"/>
                <a:cs typeface="Calibri" panose="020F0502020204030204" pitchFamily="34" charset="0"/>
              </a:rPr>
              <a:t>GA for Thought Process Simulation</a:t>
            </a:r>
          </a:p>
        </p:txBody>
      </p:sp>
      <p:cxnSp>
        <p:nvCxnSpPr>
          <p:cNvPr id="133" name="Straight Connector 132">
            <a:extLst>
              <a:ext uri="{FF2B5EF4-FFF2-40B4-BE49-F238E27FC236}">
                <a16:creationId xmlns:a16="http://schemas.microsoft.com/office/drawing/2014/main" id="{5853E134-2F0A-49DB-BF4F-8A43290A24FC}"/>
              </a:ext>
            </a:extLst>
          </p:cNvPr>
          <p:cNvCxnSpPr/>
          <p:nvPr/>
        </p:nvCxnSpPr>
        <p:spPr>
          <a:xfrm>
            <a:off x="5730949" y="954882"/>
            <a:ext cx="0" cy="6456011"/>
          </a:xfrm>
          <a:prstGeom prst="line">
            <a:avLst/>
          </a:prstGeom>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2223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05E69-F7D9-441A-86FB-056D22E63D7B}"/>
              </a:ext>
            </a:extLst>
          </p:cNvPr>
          <p:cNvSpPr>
            <a:spLocks noGrp="1"/>
          </p:cNvSpPr>
          <p:nvPr>
            <p:ph type="title"/>
          </p:nvPr>
        </p:nvSpPr>
        <p:spPr>
          <a:xfrm>
            <a:off x="426690" y="692127"/>
            <a:ext cx="4602510" cy="1036800"/>
          </a:xfrm>
        </p:spPr>
        <p:txBody>
          <a:bodyPr/>
          <a:lstStyle/>
          <a:p>
            <a:r>
              <a:rPr lang="en-IN" dirty="0"/>
              <a:t>Modification to GA</a:t>
            </a:r>
          </a:p>
        </p:txBody>
      </p:sp>
      <p:sp>
        <p:nvSpPr>
          <p:cNvPr id="3" name="Text Placeholder 2">
            <a:extLst>
              <a:ext uri="{FF2B5EF4-FFF2-40B4-BE49-F238E27FC236}">
                <a16:creationId xmlns:a16="http://schemas.microsoft.com/office/drawing/2014/main" id="{852AEA16-FE4A-4108-947D-9EFAEB449D60}"/>
              </a:ext>
            </a:extLst>
          </p:cNvPr>
          <p:cNvSpPr>
            <a:spLocks noGrp="1"/>
          </p:cNvSpPr>
          <p:nvPr>
            <p:ph type="body" idx="1"/>
          </p:nvPr>
        </p:nvSpPr>
        <p:spPr>
          <a:xfrm>
            <a:off x="426690" y="2098658"/>
            <a:ext cx="5143996" cy="5319091"/>
          </a:xfrm>
        </p:spPr>
        <p:txBody>
          <a:bodyPr/>
          <a:lstStyle/>
          <a:p>
            <a:r>
              <a:rPr lang="en-IN" dirty="0">
                <a:solidFill>
                  <a:schemeClr val="bg1">
                    <a:lumMod val="50000"/>
                  </a:schemeClr>
                </a:solidFill>
              </a:rPr>
              <a:t>One difference is that, when mind traverses between thoughts, it learns from the previous thoughts, which is used while creating new thoughts.</a:t>
            </a:r>
          </a:p>
          <a:p>
            <a:r>
              <a:rPr lang="en-IN" dirty="0">
                <a:solidFill>
                  <a:schemeClr val="bg1">
                    <a:lumMod val="50000"/>
                  </a:schemeClr>
                </a:solidFill>
              </a:rPr>
              <a:t>This Learning factor is added in the GA with the Learning Crossover Operator. </a:t>
            </a:r>
          </a:p>
          <a:p>
            <a:r>
              <a:rPr lang="en-IN" dirty="0">
                <a:solidFill>
                  <a:schemeClr val="bg1">
                    <a:lumMod val="50000"/>
                  </a:schemeClr>
                </a:solidFill>
              </a:rPr>
              <a:t>The fitter thoughts from previous populations can be stored and knowledge can be extracted out of them. </a:t>
            </a:r>
          </a:p>
          <a:p>
            <a:pPr marL="88900" indent="0">
              <a:buNone/>
            </a:pPr>
            <a:endParaRPr lang="en-IN" dirty="0"/>
          </a:p>
        </p:txBody>
      </p:sp>
      <p:sp>
        <p:nvSpPr>
          <p:cNvPr id="31" name="Oval 30">
            <a:extLst>
              <a:ext uri="{FF2B5EF4-FFF2-40B4-BE49-F238E27FC236}">
                <a16:creationId xmlns:a16="http://schemas.microsoft.com/office/drawing/2014/main" id="{8E2EDA01-0E2B-42FA-9C26-2FEC8709DA9F}"/>
              </a:ext>
            </a:extLst>
          </p:cNvPr>
          <p:cNvSpPr/>
          <p:nvPr/>
        </p:nvSpPr>
        <p:spPr>
          <a:xfrm>
            <a:off x="6793433" y="1076165"/>
            <a:ext cx="1084521" cy="5518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Start</a:t>
            </a:r>
          </a:p>
        </p:txBody>
      </p:sp>
      <p:sp>
        <p:nvSpPr>
          <p:cNvPr id="32" name="Rectangle 31">
            <a:extLst>
              <a:ext uri="{FF2B5EF4-FFF2-40B4-BE49-F238E27FC236}">
                <a16:creationId xmlns:a16="http://schemas.microsoft.com/office/drawing/2014/main" id="{1F6A0DA7-4D3C-467C-ADB6-9F7EFDDB3740}"/>
              </a:ext>
            </a:extLst>
          </p:cNvPr>
          <p:cNvSpPr/>
          <p:nvPr/>
        </p:nvSpPr>
        <p:spPr>
          <a:xfrm>
            <a:off x="6793433" y="1822717"/>
            <a:ext cx="1084520" cy="551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Selection</a:t>
            </a:r>
          </a:p>
        </p:txBody>
      </p:sp>
      <p:sp>
        <p:nvSpPr>
          <p:cNvPr id="33" name="Rectangle 32">
            <a:extLst>
              <a:ext uri="{FF2B5EF4-FFF2-40B4-BE49-F238E27FC236}">
                <a16:creationId xmlns:a16="http://schemas.microsoft.com/office/drawing/2014/main" id="{1744D084-6E31-4915-BD21-A5433E69F1D0}"/>
              </a:ext>
            </a:extLst>
          </p:cNvPr>
          <p:cNvSpPr/>
          <p:nvPr/>
        </p:nvSpPr>
        <p:spPr>
          <a:xfrm>
            <a:off x="6793433" y="2572038"/>
            <a:ext cx="1084520" cy="551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Order Crossover</a:t>
            </a:r>
          </a:p>
        </p:txBody>
      </p:sp>
      <p:sp>
        <p:nvSpPr>
          <p:cNvPr id="34" name="Rectangle 33">
            <a:extLst>
              <a:ext uri="{FF2B5EF4-FFF2-40B4-BE49-F238E27FC236}">
                <a16:creationId xmlns:a16="http://schemas.microsoft.com/office/drawing/2014/main" id="{DC1F0B5E-3733-4A5D-BE79-404969136C18}"/>
              </a:ext>
            </a:extLst>
          </p:cNvPr>
          <p:cNvSpPr/>
          <p:nvPr/>
        </p:nvSpPr>
        <p:spPr>
          <a:xfrm>
            <a:off x="6793433" y="3334318"/>
            <a:ext cx="1084520" cy="551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Mutation</a:t>
            </a:r>
          </a:p>
        </p:txBody>
      </p:sp>
      <p:sp>
        <p:nvSpPr>
          <p:cNvPr id="36" name="Rectangle 35">
            <a:extLst>
              <a:ext uri="{FF2B5EF4-FFF2-40B4-BE49-F238E27FC236}">
                <a16:creationId xmlns:a16="http://schemas.microsoft.com/office/drawing/2014/main" id="{BEE0FF39-06BC-4D4F-9DFD-AD26DEF9F9EC}"/>
              </a:ext>
            </a:extLst>
          </p:cNvPr>
          <p:cNvSpPr/>
          <p:nvPr/>
        </p:nvSpPr>
        <p:spPr>
          <a:xfrm>
            <a:off x="6793433" y="4096598"/>
            <a:ext cx="1084520" cy="551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Elitism</a:t>
            </a:r>
          </a:p>
        </p:txBody>
      </p:sp>
      <p:sp>
        <p:nvSpPr>
          <p:cNvPr id="37" name="Rectangle: Rounded Corners 36">
            <a:extLst>
              <a:ext uri="{FF2B5EF4-FFF2-40B4-BE49-F238E27FC236}">
                <a16:creationId xmlns:a16="http://schemas.microsoft.com/office/drawing/2014/main" id="{297292EF-27F5-4D6D-BDBA-841B83AAE0A0}"/>
              </a:ext>
            </a:extLst>
          </p:cNvPr>
          <p:cNvSpPr/>
          <p:nvPr/>
        </p:nvSpPr>
        <p:spPr>
          <a:xfrm>
            <a:off x="6756217" y="4866456"/>
            <a:ext cx="1158950" cy="5518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New Population</a:t>
            </a:r>
          </a:p>
        </p:txBody>
      </p:sp>
      <p:sp>
        <p:nvSpPr>
          <p:cNvPr id="39" name="Diamond 38">
            <a:extLst>
              <a:ext uri="{FF2B5EF4-FFF2-40B4-BE49-F238E27FC236}">
                <a16:creationId xmlns:a16="http://schemas.microsoft.com/office/drawing/2014/main" id="{537A4771-AF44-4C1C-AEC2-74C063A2C3E3}"/>
              </a:ext>
            </a:extLst>
          </p:cNvPr>
          <p:cNvSpPr/>
          <p:nvPr/>
        </p:nvSpPr>
        <p:spPr>
          <a:xfrm>
            <a:off x="6378762" y="5668680"/>
            <a:ext cx="1913859" cy="55188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dirty="0">
                <a:solidFill>
                  <a:schemeClr val="tx1"/>
                </a:solidFill>
              </a:rPr>
              <a:t>Convergence</a:t>
            </a:r>
          </a:p>
        </p:txBody>
      </p:sp>
      <p:sp>
        <p:nvSpPr>
          <p:cNvPr id="40" name="Oval 39">
            <a:extLst>
              <a:ext uri="{FF2B5EF4-FFF2-40B4-BE49-F238E27FC236}">
                <a16:creationId xmlns:a16="http://schemas.microsoft.com/office/drawing/2014/main" id="{B15F8C46-6B15-42A5-AC76-21690F9283CB}"/>
              </a:ext>
            </a:extLst>
          </p:cNvPr>
          <p:cNvSpPr/>
          <p:nvPr/>
        </p:nvSpPr>
        <p:spPr>
          <a:xfrm>
            <a:off x="6804062" y="6470904"/>
            <a:ext cx="1084521" cy="5518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End</a:t>
            </a:r>
          </a:p>
        </p:txBody>
      </p:sp>
      <p:sp>
        <p:nvSpPr>
          <p:cNvPr id="41" name="Rectangle: Rounded Corners 40">
            <a:extLst>
              <a:ext uri="{FF2B5EF4-FFF2-40B4-BE49-F238E27FC236}">
                <a16:creationId xmlns:a16="http://schemas.microsoft.com/office/drawing/2014/main" id="{AAE60F8B-C07D-4276-B813-D6C1046B6B73}"/>
              </a:ext>
            </a:extLst>
          </p:cNvPr>
          <p:cNvSpPr/>
          <p:nvPr/>
        </p:nvSpPr>
        <p:spPr>
          <a:xfrm>
            <a:off x="8753368" y="1822717"/>
            <a:ext cx="1084520" cy="55188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b="1" dirty="0">
                <a:solidFill>
                  <a:schemeClr val="tx1"/>
                </a:solidFill>
              </a:rPr>
              <a:t>Topper set</a:t>
            </a:r>
          </a:p>
        </p:txBody>
      </p:sp>
      <p:sp>
        <p:nvSpPr>
          <p:cNvPr id="42" name="Rectangle 41">
            <a:extLst>
              <a:ext uri="{FF2B5EF4-FFF2-40B4-BE49-F238E27FC236}">
                <a16:creationId xmlns:a16="http://schemas.microsoft.com/office/drawing/2014/main" id="{C30C0E76-7137-499D-97F1-D2E07FE1E61C}"/>
              </a:ext>
            </a:extLst>
          </p:cNvPr>
          <p:cNvSpPr/>
          <p:nvPr/>
        </p:nvSpPr>
        <p:spPr>
          <a:xfrm>
            <a:off x="8686027" y="2568147"/>
            <a:ext cx="1219201" cy="5518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b="1" dirty="0">
                <a:solidFill>
                  <a:schemeClr val="tx1"/>
                </a:solidFill>
              </a:rPr>
              <a:t>Pattern Recognition</a:t>
            </a:r>
          </a:p>
        </p:txBody>
      </p:sp>
      <p:sp>
        <p:nvSpPr>
          <p:cNvPr id="44" name="Rectangle: Rounded Corners 43">
            <a:extLst>
              <a:ext uri="{FF2B5EF4-FFF2-40B4-BE49-F238E27FC236}">
                <a16:creationId xmlns:a16="http://schemas.microsoft.com/office/drawing/2014/main" id="{236C5358-0287-485E-A5A2-21B6E14C3FE6}"/>
              </a:ext>
            </a:extLst>
          </p:cNvPr>
          <p:cNvSpPr/>
          <p:nvPr/>
        </p:nvSpPr>
        <p:spPr>
          <a:xfrm>
            <a:off x="8753368" y="3321359"/>
            <a:ext cx="1084520" cy="55188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b="1" dirty="0">
                <a:solidFill>
                  <a:schemeClr val="tx1"/>
                </a:solidFill>
              </a:rPr>
              <a:t>Subtour set</a:t>
            </a:r>
          </a:p>
        </p:txBody>
      </p:sp>
      <p:sp>
        <p:nvSpPr>
          <p:cNvPr id="45" name="Rectangle 44">
            <a:extLst>
              <a:ext uri="{FF2B5EF4-FFF2-40B4-BE49-F238E27FC236}">
                <a16:creationId xmlns:a16="http://schemas.microsoft.com/office/drawing/2014/main" id="{CE6FBE20-5F55-47D0-836E-79C76B4CC669}"/>
              </a:ext>
            </a:extLst>
          </p:cNvPr>
          <p:cNvSpPr/>
          <p:nvPr/>
        </p:nvSpPr>
        <p:spPr>
          <a:xfrm>
            <a:off x="8753368" y="4096598"/>
            <a:ext cx="1084520" cy="5518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b="1" dirty="0">
                <a:solidFill>
                  <a:schemeClr val="tx1"/>
                </a:solidFill>
              </a:rPr>
              <a:t>Learning Crossover</a:t>
            </a:r>
          </a:p>
        </p:txBody>
      </p:sp>
      <p:cxnSp>
        <p:nvCxnSpPr>
          <p:cNvPr id="46" name="Straight Arrow Connector 45">
            <a:extLst>
              <a:ext uri="{FF2B5EF4-FFF2-40B4-BE49-F238E27FC236}">
                <a16:creationId xmlns:a16="http://schemas.microsoft.com/office/drawing/2014/main" id="{3E86EC73-F82B-4597-AC74-A40AB680C1E9}"/>
              </a:ext>
            </a:extLst>
          </p:cNvPr>
          <p:cNvCxnSpPr>
            <a:cxnSpLocks/>
            <a:stCxn id="31" idx="4"/>
            <a:endCxn id="32" idx="0"/>
          </p:cNvCxnSpPr>
          <p:nvPr/>
        </p:nvCxnSpPr>
        <p:spPr>
          <a:xfrm flipH="1">
            <a:off x="7335693" y="1628047"/>
            <a:ext cx="1" cy="19467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A5584043-E88F-4E76-9ED0-64DAFF182EE6}"/>
              </a:ext>
            </a:extLst>
          </p:cNvPr>
          <p:cNvCxnSpPr>
            <a:cxnSpLocks/>
            <a:stCxn id="32" idx="2"/>
            <a:endCxn id="33" idx="0"/>
          </p:cNvCxnSpPr>
          <p:nvPr/>
        </p:nvCxnSpPr>
        <p:spPr>
          <a:xfrm>
            <a:off x="7335693" y="2374599"/>
            <a:ext cx="0" cy="197439"/>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BD373F2E-1497-40B3-85FA-901106F22764}"/>
              </a:ext>
            </a:extLst>
          </p:cNvPr>
          <p:cNvCxnSpPr>
            <a:cxnSpLocks/>
            <a:stCxn id="33" idx="2"/>
            <a:endCxn id="34" idx="0"/>
          </p:cNvCxnSpPr>
          <p:nvPr/>
        </p:nvCxnSpPr>
        <p:spPr>
          <a:xfrm>
            <a:off x="7335693" y="3123920"/>
            <a:ext cx="0" cy="210398"/>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9A1A4C06-A425-4846-9CED-5CDDBE013377}"/>
              </a:ext>
            </a:extLst>
          </p:cNvPr>
          <p:cNvCxnSpPr>
            <a:cxnSpLocks/>
            <a:stCxn id="34" idx="2"/>
            <a:endCxn id="36" idx="0"/>
          </p:cNvCxnSpPr>
          <p:nvPr/>
        </p:nvCxnSpPr>
        <p:spPr>
          <a:xfrm>
            <a:off x="7335693" y="3886200"/>
            <a:ext cx="0" cy="210398"/>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2A1559DF-6600-43B5-BD76-5F30A1047E38}"/>
              </a:ext>
            </a:extLst>
          </p:cNvPr>
          <p:cNvCxnSpPr>
            <a:cxnSpLocks/>
            <a:stCxn id="36" idx="2"/>
            <a:endCxn id="37" idx="0"/>
          </p:cNvCxnSpPr>
          <p:nvPr/>
        </p:nvCxnSpPr>
        <p:spPr>
          <a:xfrm flipH="1">
            <a:off x="7335692" y="4648480"/>
            <a:ext cx="1" cy="217976"/>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E020A6AA-D549-4AF2-8196-6EB4123E04F7}"/>
              </a:ext>
            </a:extLst>
          </p:cNvPr>
          <p:cNvCxnSpPr>
            <a:cxnSpLocks/>
            <a:stCxn id="37" idx="2"/>
            <a:endCxn id="39" idx="0"/>
          </p:cNvCxnSpPr>
          <p:nvPr/>
        </p:nvCxnSpPr>
        <p:spPr>
          <a:xfrm>
            <a:off x="7335692" y="5418338"/>
            <a:ext cx="0" cy="250342"/>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EE577A57-7E1C-4706-8FFF-564FF8850F30}"/>
              </a:ext>
            </a:extLst>
          </p:cNvPr>
          <p:cNvCxnSpPr>
            <a:cxnSpLocks/>
            <a:stCxn id="39" idx="2"/>
            <a:endCxn id="40" idx="0"/>
          </p:cNvCxnSpPr>
          <p:nvPr/>
        </p:nvCxnSpPr>
        <p:spPr>
          <a:xfrm>
            <a:off x="7335692" y="6220562"/>
            <a:ext cx="10631" cy="250342"/>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7CBEED81-9CF8-4568-BC39-62CD186FC84D}"/>
              </a:ext>
            </a:extLst>
          </p:cNvPr>
          <p:cNvCxnSpPr>
            <a:cxnSpLocks/>
            <a:stCxn id="41" idx="2"/>
            <a:endCxn id="42" idx="0"/>
          </p:cNvCxnSpPr>
          <p:nvPr/>
        </p:nvCxnSpPr>
        <p:spPr>
          <a:xfrm>
            <a:off x="9295628" y="2374599"/>
            <a:ext cx="0" cy="193548"/>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1186EAF6-583F-4A1F-999B-9468E6666903}"/>
              </a:ext>
            </a:extLst>
          </p:cNvPr>
          <p:cNvCxnSpPr>
            <a:cxnSpLocks/>
            <a:stCxn id="42" idx="2"/>
            <a:endCxn id="44" idx="0"/>
          </p:cNvCxnSpPr>
          <p:nvPr/>
        </p:nvCxnSpPr>
        <p:spPr>
          <a:xfrm>
            <a:off x="9295628" y="3120029"/>
            <a:ext cx="0" cy="201330"/>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19EB309-CD07-4702-8090-B11B2A6DABC4}"/>
              </a:ext>
            </a:extLst>
          </p:cNvPr>
          <p:cNvCxnSpPr>
            <a:cxnSpLocks/>
            <a:stCxn id="44" idx="2"/>
            <a:endCxn id="45" idx="0"/>
          </p:cNvCxnSpPr>
          <p:nvPr/>
        </p:nvCxnSpPr>
        <p:spPr>
          <a:xfrm>
            <a:off x="9295628" y="3873241"/>
            <a:ext cx="0" cy="223357"/>
          </a:xfrm>
          <a:prstGeom prst="straightConnector1">
            <a:avLst/>
          </a:prstGeom>
          <a:ln w="19050">
            <a:solidFill>
              <a:srgbClr val="FFFFFF"/>
            </a:solidFill>
            <a:tailEnd type="triangle"/>
          </a:ln>
        </p:spPr>
        <p:style>
          <a:lnRef idx="1">
            <a:schemeClr val="dk1"/>
          </a:lnRef>
          <a:fillRef idx="0">
            <a:schemeClr val="dk1"/>
          </a:fillRef>
          <a:effectRef idx="0">
            <a:schemeClr val="dk1"/>
          </a:effectRef>
          <a:fontRef idx="minor">
            <a:schemeClr val="tx1"/>
          </a:fontRef>
        </p:style>
      </p:cxnSp>
      <p:cxnSp>
        <p:nvCxnSpPr>
          <p:cNvPr id="59" name="Connector: Elbow 58">
            <a:extLst>
              <a:ext uri="{FF2B5EF4-FFF2-40B4-BE49-F238E27FC236}">
                <a16:creationId xmlns:a16="http://schemas.microsoft.com/office/drawing/2014/main" id="{01EC3529-C5CB-4D6B-96BD-2778FA198854}"/>
              </a:ext>
            </a:extLst>
          </p:cNvPr>
          <p:cNvCxnSpPr>
            <a:cxnSpLocks/>
            <a:stCxn id="39" idx="1"/>
          </p:cNvCxnSpPr>
          <p:nvPr/>
        </p:nvCxnSpPr>
        <p:spPr>
          <a:xfrm rot="10800000" flipH="1">
            <a:off x="6378761" y="1725383"/>
            <a:ext cx="956929" cy="4219239"/>
          </a:xfrm>
          <a:prstGeom prst="bentConnector4">
            <a:avLst>
              <a:gd name="adj1" fmla="val -23889"/>
              <a:gd name="adj2" fmla="val 100142"/>
            </a:avLst>
          </a:prstGeom>
          <a:ln w="19050">
            <a:tailEnd type="triangle"/>
          </a:ln>
        </p:spPr>
        <p:style>
          <a:lnRef idx="1">
            <a:schemeClr val="dk1"/>
          </a:lnRef>
          <a:fillRef idx="0">
            <a:schemeClr val="dk1"/>
          </a:fillRef>
          <a:effectRef idx="0">
            <a:schemeClr val="dk1"/>
          </a:effectRef>
          <a:fontRef idx="minor">
            <a:schemeClr val="tx1"/>
          </a:fontRef>
        </p:style>
      </p:cxnSp>
      <p:cxnSp>
        <p:nvCxnSpPr>
          <p:cNvPr id="61" name="Connector: Elbow 60">
            <a:extLst>
              <a:ext uri="{FF2B5EF4-FFF2-40B4-BE49-F238E27FC236}">
                <a16:creationId xmlns:a16="http://schemas.microsoft.com/office/drawing/2014/main" id="{AA12FB3B-54B6-4451-AC8A-BAD0AA4C68E8}"/>
              </a:ext>
            </a:extLst>
          </p:cNvPr>
          <p:cNvCxnSpPr>
            <a:cxnSpLocks/>
            <a:stCxn id="45" idx="1"/>
          </p:cNvCxnSpPr>
          <p:nvPr/>
        </p:nvCxnSpPr>
        <p:spPr>
          <a:xfrm rot="10800000">
            <a:off x="7346322" y="3229119"/>
            <a:ext cx="1407046" cy="1143420"/>
          </a:xfrm>
          <a:prstGeom prst="bentConnector3">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A10111C-3C50-4A87-9D5E-620D9E356319}"/>
              </a:ext>
            </a:extLst>
          </p:cNvPr>
          <p:cNvCxnSpPr>
            <a:cxnSpLocks/>
            <a:stCxn id="32" idx="3"/>
            <a:endCxn id="41" idx="1"/>
          </p:cNvCxnSpPr>
          <p:nvPr/>
        </p:nvCxnSpPr>
        <p:spPr>
          <a:xfrm>
            <a:off x="7877953" y="2098658"/>
            <a:ext cx="87541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F270D04E-2143-4353-A814-CCC5F8F2EA10}"/>
              </a:ext>
            </a:extLst>
          </p:cNvPr>
          <p:cNvSpPr txBox="1"/>
          <p:nvPr/>
        </p:nvSpPr>
        <p:spPr>
          <a:xfrm>
            <a:off x="7418644" y="6191845"/>
            <a:ext cx="494046" cy="307777"/>
          </a:xfrm>
          <a:prstGeom prst="rect">
            <a:avLst/>
          </a:prstGeom>
          <a:noFill/>
        </p:spPr>
        <p:txBody>
          <a:bodyPr wrap="none" rtlCol="0">
            <a:spAutoFit/>
          </a:bodyPr>
          <a:lstStyle/>
          <a:p>
            <a:r>
              <a:rPr lang="en-IN" dirty="0"/>
              <a:t>Yes</a:t>
            </a:r>
          </a:p>
        </p:txBody>
      </p:sp>
      <p:sp>
        <p:nvSpPr>
          <p:cNvPr id="64" name="TextBox 63">
            <a:extLst>
              <a:ext uri="{FF2B5EF4-FFF2-40B4-BE49-F238E27FC236}">
                <a16:creationId xmlns:a16="http://schemas.microsoft.com/office/drawing/2014/main" id="{4EB7EC42-9A3F-4B6F-A419-AEDAF0EEA654}"/>
              </a:ext>
            </a:extLst>
          </p:cNvPr>
          <p:cNvSpPr txBox="1"/>
          <p:nvPr/>
        </p:nvSpPr>
        <p:spPr>
          <a:xfrm>
            <a:off x="5740803" y="5360903"/>
            <a:ext cx="413896" cy="307777"/>
          </a:xfrm>
          <a:prstGeom prst="rect">
            <a:avLst/>
          </a:prstGeom>
          <a:noFill/>
        </p:spPr>
        <p:txBody>
          <a:bodyPr wrap="none" rtlCol="0">
            <a:spAutoFit/>
          </a:bodyPr>
          <a:lstStyle/>
          <a:p>
            <a:r>
              <a:rPr lang="en-IN" dirty="0"/>
              <a:t>No</a:t>
            </a:r>
          </a:p>
        </p:txBody>
      </p:sp>
    </p:spTree>
    <p:extLst>
      <p:ext uri="{BB962C8B-B14F-4D97-AF65-F5344CB8AC3E}">
        <p14:creationId xmlns:p14="http://schemas.microsoft.com/office/powerpoint/2010/main" val="1675119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44A22-3C2E-4630-AF6A-4AEAA8ACE0EA}"/>
              </a:ext>
            </a:extLst>
          </p:cNvPr>
          <p:cNvSpPr>
            <a:spLocks noGrp="1"/>
          </p:cNvSpPr>
          <p:nvPr>
            <p:ph type="title"/>
          </p:nvPr>
        </p:nvSpPr>
        <p:spPr/>
        <p:txBody>
          <a:bodyPr/>
          <a:lstStyle/>
          <a:p>
            <a:r>
              <a:rPr lang="en-IN" dirty="0"/>
              <a:t>Implementation on TSP</a:t>
            </a:r>
          </a:p>
        </p:txBody>
      </p:sp>
      <p:sp>
        <p:nvSpPr>
          <p:cNvPr id="3" name="Text Placeholder 2">
            <a:extLst>
              <a:ext uri="{FF2B5EF4-FFF2-40B4-BE49-F238E27FC236}">
                <a16:creationId xmlns:a16="http://schemas.microsoft.com/office/drawing/2014/main" id="{6D3D1A69-6D5A-42F0-B6C4-AD30D6F0D9F3}"/>
              </a:ext>
            </a:extLst>
          </p:cNvPr>
          <p:cNvSpPr>
            <a:spLocks noGrp="1"/>
          </p:cNvSpPr>
          <p:nvPr>
            <p:ph type="body" idx="1"/>
          </p:nvPr>
        </p:nvSpPr>
        <p:spPr>
          <a:xfrm>
            <a:off x="426689" y="2251288"/>
            <a:ext cx="9204899" cy="5138339"/>
          </a:xfrm>
        </p:spPr>
        <p:txBody>
          <a:bodyPr/>
          <a:lstStyle/>
          <a:p>
            <a:r>
              <a:rPr lang="en-IN" dirty="0">
                <a:solidFill>
                  <a:srgbClr val="FFFFFF"/>
                </a:solidFill>
              </a:rPr>
              <a:t>The paper proposes the theory of Simulation. And to understand its feasibility, it is implemented on common NP Complete problem – Travelling Salesperson Problem.</a:t>
            </a:r>
          </a:p>
          <a:p>
            <a:r>
              <a:rPr lang="en-IN" dirty="0">
                <a:solidFill>
                  <a:srgbClr val="FFFFFF"/>
                </a:solidFill>
              </a:rPr>
              <a:t>TSP is solved with both basic GA and modified GA for comparison. </a:t>
            </a:r>
          </a:p>
          <a:p>
            <a:r>
              <a:rPr lang="en-IN" dirty="0">
                <a:solidFill>
                  <a:srgbClr val="FFFFFF"/>
                </a:solidFill>
              </a:rPr>
              <a:t>For TSP, city route is gene. </a:t>
            </a:r>
          </a:p>
          <a:p>
            <a:r>
              <a:rPr lang="en-IN" dirty="0">
                <a:solidFill>
                  <a:srgbClr val="FFFFFF"/>
                </a:solidFill>
              </a:rPr>
              <a:t>Modified GA:</a:t>
            </a:r>
          </a:p>
          <a:p>
            <a:pPr lvl="1"/>
            <a:r>
              <a:rPr lang="en-IN" dirty="0">
                <a:solidFill>
                  <a:srgbClr val="FFFFFF"/>
                </a:solidFill>
              </a:rPr>
              <a:t>Previously generated fitter individuals are stored and common subtours are extracted out of them.</a:t>
            </a:r>
          </a:p>
          <a:p>
            <a:pPr lvl="1"/>
            <a:r>
              <a:rPr lang="en-IN" dirty="0">
                <a:solidFill>
                  <a:srgbClr val="FFFFFF"/>
                </a:solidFill>
              </a:rPr>
              <a:t>These common subtours are given to the Learning Crossover operator which uses them to create new individuals. </a:t>
            </a:r>
          </a:p>
          <a:p>
            <a:pPr lvl="1"/>
            <a:r>
              <a:rPr lang="en-IN" dirty="0">
                <a:solidFill>
                  <a:srgbClr val="FFFFFF"/>
                </a:solidFill>
              </a:rPr>
              <a:t>These new individuals are then given to the remaining operators of GA for further actions. </a:t>
            </a:r>
          </a:p>
          <a:p>
            <a:pPr marL="577850" lvl="1" indent="0">
              <a:buNone/>
            </a:pPr>
            <a:endParaRPr lang="en-IN" dirty="0">
              <a:solidFill>
                <a:schemeClr val="bg1">
                  <a:lumMod val="50000"/>
                </a:schemeClr>
              </a:solidFill>
            </a:endParaRPr>
          </a:p>
        </p:txBody>
      </p:sp>
    </p:spTree>
    <p:extLst>
      <p:ext uri="{BB962C8B-B14F-4D97-AF65-F5344CB8AC3E}">
        <p14:creationId xmlns:p14="http://schemas.microsoft.com/office/powerpoint/2010/main" val="346964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5ED72-423E-4223-9401-198EE2E82366}"/>
              </a:ext>
            </a:extLst>
          </p:cNvPr>
          <p:cNvSpPr>
            <a:spLocks noGrp="1"/>
          </p:cNvSpPr>
          <p:nvPr>
            <p:ph type="title"/>
          </p:nvPr>
        </p:nvSpPr>
        <p:spPr/>
        <p:txBody>
          <a:bodyPr/>
          <a:lstStyle/>
          <a:p>
            <a:r>
              <a:rPr lang="en-IN" dirty="0"/>
              <a:t>Learning Crossover </a:t>
            </a:r>
          </a:p>
        </p:txBody>
      </p:sp>
      <p:sp>
        <p:nvSpPr>
          <p:cNvPr id="3" name="Text Placeholder 2">
            <a:extLst>
              <a:ext uri="{FF2B5EF4-FFF2-40B4-BE49-F238E27FC236}">
                <a16:creationId xmlns:a16="http://schemas.microsoft.com/office/drawing/2014/main" id="{68B94FAD-567F-4A7E-A799-3DA275D30D2E}"/>
              </a:ext>
            </a:extLst>
          </p:cNvPr>
          <p:cNvSpPr>
            <a:spLocks noGrp="1"/>
          </p:cNvSpPr>
          <p:nvPr>
            <p:ph type="body" idx="1"/>
          </p:nvPr>
        </p:nvSpPr>
        <p:spPr/>
        <p:txBody>
          <a:bodyPr/>
          <a:lstStyle/>
          <a:p>
            <a:r>
              <a:rPr lang="en-IN" dirty="0"/>
              <a:t>The extracted common subtours are stored in a set. </a:t>
            </a:r>
          </a:p>
          <a:p>
            <a:r>
              <a:rPr lang="en-IN" dirty="0"/>
              <a:t>Crossover on all the subtours in the set is performed as below. </a:t>
            </a:r>
          </a:p>
          <a:p>
            <a:r>
              <a:rPr lang="en-IN" dirty="0"/>
              <a:t>Two new individuals are generated and the fitter among the two is then given to the next operators.  </a:t>
            </a:r>
          </a:p>
        </p:txBody>
      </p:sp>
      <p:pic>
        <p:nvPicPr>
          <p:cNvPr id="5" name="Picture 4">
            <a:extLst>
              <a:ext uri="{FF2B5EF4-FFF2-40B4-BE49-F238E27FC236}">
                <a16:creationId xmlns:a16="http://schemas.microsoft.com/office/drawing/2014/main" id="{2151F39B-4472-448F-B780-61B30F6DA7C6}"/>
              </a:ext>
            </a:extLst>
          </p:cNvPr>
          <p:cNvPicPr>
            <a:picLocks noChangeAspect="1"/>
          </p:cNvPicPr>
          <p:nvPr/>
        </p:nvPicPr>
        <p:blipFill>
          <a:blip r:embed="rId2"/>
          <a:stretch>
            <a:fillRect/>
          </a:stretch>
        </p:blipFill>
        <p:spPr>
          <a:xfrm>
            <a:off x="1380483" y="4174772"/>
            <a:ext cx="7297313" cy="3113899"/>
          </a:xfrm>
          <a:prstGeom prst="rect">
            <a:avLst/>
          </a:prstGeom>
        </p:spPr>
      </p:pic>
    </p:spTree>
    <p:extLst>
      <p:ext uri="{BB962C8B-B14F-4D97-AF65-F5344CB8AC3E}">
        <p14:creationId xmlns:p14="http://schemas.microsoft.com/office/powerpoint/2010/main" val="3035768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9A71-70DD-4943-A903-1724DB64D9F7}"/>
              </a:ext>
            </a:extLst>
          </p:cNvPr>
          <p:cNvSpPr>
            <a:spLocks noGrp="1"/>
          </p:cNvSpPr>
          <p:nvPr>
            <p:ph type="title"/>
          </p:nvPr>
        </p:nvSpPr>
        <p:spPr>
          <a:xfrm>
            <a:off x="426690" y="692127"/>
            <a:ext cx="7133059" cy="1036800"/>
          </a:xfrm>
        </p:spPr>
        <p:txBody>
          <a:bodyPr/>
          <a:lstStyle/>
          <a:p>
            <a:r>
              <a:rPr lang="en-IN" dirty="0"/>
              <a:t>Result Analysis</a:t>
            </a:r>
          </a:p>
        </p:txBody>
      </p:sp>
      <p:sp>
        <p:nvSpPr>
          <p:cNvPr id="3" name="Text Placeholder 2">
            <a:extLst>
              <a:ext uri="{FF2B5EF4-FFF2-40B4-BE49-F238E27FC236}">
                <a16:creationId xmlns:a16="http://schemas.microsoft.com/office/drawing/2014/main" id="{0CE1E61A-0DE9-4517-80E9-A6E8D66DABD9}"/>
              </a:ext>
            </a:extLst>
          </p:cNvPr>
          <p:cNvSpPr>
            <a:spLocks noGrp="1"/>
          </p:cNvSpPr>
          <p:nvPr>
            <p:ph type="body" idx="1"/>
          </p:nvPr>
        </p:nvSpPr>
        <p:spPr>
          <a:xfrm>
            <a:off x="426690" y="2129370"/>
            <a:ext cx="9204900" cy="5236630"/>
          </a:xfrm>
        </p:spPr>
        <p:txBody>
          <a:bodyPr/>
          <a:lstStyle/>
          <a:p>
            <a:r>
              <a:rPr lang="en-IN" dirty="0"/>
              <a:t>The paper proposes a theory of simulation and the goal was to check the feasibility. </a:t>
            </a:r>
          </a:p>
          <a:p>
            <a:r>
              <a:rPr lang="en-IN" dirty="0"/>
              <a:t>The modification was not implemented with the goal of improving the performance of GA, but still it was compared with basic and existing GA, to understand its performance. </a:t>
            </a:r>
          </a:p>
          <a:p>
            <a:r>
              <a:rPr lang="en-IN" dirty="0"/>
              <a:t>It is found that modified GA works better over small number of cities, both in case of basic and existing GA.</a:t>
            </a:r>
          </a:p>
          <a:p>
            <a:r>
              <a:rPr lang="en-IN" dirty="0"/>
              <a:t>This is so, because, the modification is added to the basic version of GA, and the version is not enhanced to work better on greater population. The modified GA increases the population more than the basic GA, which degrades its performance for more cities. </a:t>
            </a:r>
          </a:p>
          <a:p>
            <a:r>
              <a:rPr lang="en-IN" dirty="0"/>
              <a:t>But this issue can be handled to make modified GA better.</a:t>
            </a:r>
          </a:p>
        </p:txBody>
      </p:sp>
      <p:pic>
        <p:nvPicPr>
          <p:cNvPr id="4" name="Google Shape;81;p15">
            <a:extLst>
              <a:ext uri="{FF2B5EF4-FFF2-40B4-BE49-F238E27FC236}">
                <a16:creationId xmlns:a16="http://schemas.microsoft.com/office/drawing/2014/main" id="{307C8D73-E7E5-4A8C-BA11-475675B3E4B8}"/>
              </a:ext>
            </a:extLst>
          </p:cNvPr>
          <p:cNvPicPr preferRelativeResize="0"/>
          <p:nvPr/>
        </p:nvPicPr>
        <p:blipFill>
          <a:blip r:embed="rId2">
            <a:alphaModFix/>
          </a:blip>
          <a:stretch>
            <a:fillRect/>
          </a:stretch>
        </p:blipFill>
        <p:spPr>
          <a:xfrm>
            <a:off x="8288563" y="601438"/>
            <a:ext cx="1343025" cy="1343025"/>
          </a:xfrm>
          <a:prstGeom prst="rect">
            <a:avLst/>
          </a:prstGeom>
          <a:noFill/>
          <a:ln>
            <a:noFill/>
          </a:ln>
        </p:spPr>
      </p:pic>
    </p:spTree>
    <p:extLst>
      <p:ext uri="{BB962C8B-B14F-4D97-AF65-F5344CB8AC3E}">
        <p14:creationId xmlns:p14="http://schemas.microsoft.com/office/powerpoint/2010/main" val="27808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C804-66E4-4D43-888E-222961E05855}"/>
              </a:ext>
            </a:extLst>
          </p:cNvPr>
          <p:cNvSpPr>
            <a:spLocks noGrp="1"/>
          </p:cNvSpPr>
          <p:nvPr>
            <p:ph type="title"/>
          </p:nvPr>
        </p:nvSpPr>
        <p:spPr>
          <a:xfrm>
            <a:off x="426690" y="247319"/>
            <a:ext cx="9204900" cy="1049853"/>
          </a:xfrm>
        </p:spPr>
        <p:txBody>
          <a:bodyPr/>
          <a:lstStyle/>
          <a:p>
            <a:r>
              <a:rPr lang="en-IN" dirty="0"/>
              <a:t>Result tables for the Paper</a:t>
            </a:r>
          </a:p>
        </p:txBody>
      </p:sp>
      <p:pic>
        <p:nvPicPr>
          <p:cNvPr id="3" name="Picture 2">
            <a:extLst>
              <a:ext uri="{FF2B5EF4-FFF2-40B4-BE49-F238E27FC236}">
                <a16:creationId xmlns:a16="http://schemas.microsoft.com/office/drawing/2014/main" id="{8436E78D-ADA2-4223-8C97-648A46087B80}"/>
              </a:ext>
            </a:extLst>
          </p:cNvPr>
          <p:cNvPicPr>
            <a:picLocks noChangeAspect="1"/>
          </p:cNvPicPr>
          <p:nvPr/>
        </p:nvPicPr>
        <p:blipFill>
          <a:blip r:embed="rId2"/>
          <a:stretch>
            <a:fillRect/>
          </a:stretch>
        </p:blipFill>
        <p:spPr>
          <a:xfrm>
            <a:off x="2528829" y="4779507"/>
            <a:ext cx="7102761" cy="2578822"/>
          </a:xfrm>
          <a:prstGeom prst="rect">
            <a:avLst/>
          </a:prstGeom>
        </p:spPr>
      </p:pic>
      <p:pic>
        <p:nvPicPr>
          <p:cNvPr id="7" name="Picture 6">
            <a:extLst>
              <a:ext uri="{FF2B5EF4-FFF2-40B4-BE49-F238E27FC236}">
                <a16:creationId xmlns:a16="http://schemas.microsoft.com/office/drawing/2014/main" id="{7A022F00-9550-4799-AAB7-8B8F9CF00DBE}"/>
              </a:ext>
            </a:extLst>
          </p:cNvPr>
          <p:cNvPicPr>
            <a:picLocks noChangeAspect="1"/>
          </p:cNvPicPr>
          <p:nvPr/>
        </p:nvPicPr>
        <p:blipFill>
          <a:blip r:embed="rId3"/>
          <a:stretch>
            <a:fillRect/>
          </a:stretch>
        </p:blipFill>
        <p:spPr>
          <a:xfrm>
            <a:off x="426690" y="1632362"/>
            <a:ext cx="6982993" cy="2971299"/>
          </a:xfrm>
          <a:prstGeom prst="rect">
            <a:avLst/>
          </a:prstGeom>
        </p:spPr>
      </p:pic>
    </p:spTree>
    <p:extLst>
      <p:ext uri="{BB962C8B-B14F-4D97-AF65-F5344CB8AC3E}">
        <p14:creationId xmlns:p14="http://schemas.microsoft.com/office/powerpoint/2010/main" val="2270719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26690" y="692127"/>
            <a:ext cx="9204900" cy="1036800"/>
          </a:xfrm>
          <a:prstGeom prst="rect">
            <a:avLst/>
          </a:prstGeom>
        </p:spPr>
        <p:txBody>
          <a:bodyPr spcFirstLastPara="1" wrap="square" lIns="113100" tIns="113100" rIns="113100" bIns="113100" anchor="b" anchorCtr="0">
            <a:noAutofit/>
          </a:bodyPr>
          <a:lstStyle/>
          <a:p>
            <a:pPr marL="0" lvl="0" indent="0" algn="l" rtl="0">
              <a:spcBef>
                <a:spcPts val="0"/>
              </a:spcBef>
              <a:spcAft>
                <a:spcPts val="0"/>
              </a:spcAft>
              <a:buNone/>
            </a:pPr>
            <a:r>
              <a:rPr lang="en" dirty="0"/>
              <a:t>Conclusion</a:t>
            </a:r>
            <a:endParaRPr dirty="0"/>
          </a:p>
        </p:txBody>
      </p:sp>
      <p:sp>
        <p:nvSpPr>
          <p:cNvPr id="80" name="Google Shape;80;p15"/>
          <p:cNvSpPr txBox="1">
            <a:spLocks noGrp="1"/>
          </p:cNvSpPr>
          <p:nvPr>
            <p:ph type="body" idx="1"/>
          </p:nvPr>
        </p:nvSpPr>
        <p:spPr>
          <a:xfrm>
            <a:off x="426690" y="2251290"/>
            <a:ext cx="9204900" cy="4652700"/>
          </a:xfrm>
          <a:prstGeom prst="rect">
            <a:avLst/>
          </a:prstGeom>
        </p:spPr>
        <p:txBody>
          <a:bodyPr spcFirstLastPara="1" wrap="square" lIns="113100" tIns="113100" rIns="113100" bIns="113100" anchor="t" anchorCtr="0">
            <a:noAutofit/>
          </a:bodyPr>
          <a:lstStyle/>
          <a:p>
            <a:pPr marL="0" lvl="0" indent="0" algn="l" rtl="0">
              <a:spcBef>
                <a:spcPts val="0"/>
              </a:spcBef>
              <a:spcAft>
                <a:spcPts val="2000"/>
              </a:spcAft>
              <a:buNone/>
            </a:pPr>
            <a:r>
              <a:rPr lang="en-IN" dirty="0"/>
              <a:t>The concept of Natural Selection in case of Thought Simulation is found achievable.</a:t>
            </a:r>
          </a:p>
          <a:p>
            <a:pPr marL="0" lvl="0" indent="0" algn="l" rtl="0">
              <a:spcBef>
                <a:spcPts val="0"/>
              </a:spcBef>
              <a:spcAft>
                <a:spcPts val="2000"/>
              </a:spcAft>
              <a:buNone/>
            </a:pPr>
            <a:r>
              <a:rPr lang="en-IN" dirty="0"/>
              <a:t>The model proposed is to be considered as a base framework for the Thought Simulation. </a:t>
            </a:r>
          </a:p>
          <a:p>
            <a:pPr marL="0" lvl="0" indent="0" algn="l" rtl="0">
              <a:spcBef>
                <a:spcPts val="0"/>
              </a:spcBef>
              <a:spcAft>
                <a:spcPts val="2000"/>
              </a:spcAft>
              <a:buNone/>
            </a:pPr>
            <a:r>
              <a:rPr lang="en-IN" dirty="0"/>
              <a:t>Future work can be focused on further exploring the concept to be implemented in cognitive thinking.</a:t>
            </a:r>
          </a:p>
          <a:p>
            <a:pPr marL="0" lvl="0" indent="0" algn="l" rtl="0">
              <a:spcBef>
                <a:spcPts val="0"/>
              </a:spcBef>
              <a:spcAft>
                <a:spcPts val="2000"/>
              </a:spcAft>
              <a:buNone/>
            </a:pPr>
            <a:r>
              <a:rPr lang="en-IN" dirty="0"/>
              <a:t>Further work can also be focused on improving the Learning Crossover Operator. </a:t>
            </a:r>
            <a:endParaRPr dirty="0"/>
          </a:p>
        </p:txBody>
      </p:sp>
      <p:pic>
        <p:nvPicPr>
          <p:cNvPr id="81" name="Google Shape;81;p15"/>
          <p:cNvPicPr preferRelativeResize="0"/>
          <p:nvPr/>
        </p:nvPicPr>
        <p:blipFill>
          <a:blip r:embed="rId3">
            <a:alphaModFix/>
          </a:blip>
          <a:stretch>
            <a:fillRect/>
          </a:stretch>
        </p:blipFill>
        <p:spPr>
          <a:xfrm>
            <a:off x="8288563" y="601438"/>
            <a:ext cx="1343025" cy="1343025"/>
          </a:xfrm>
          <a:prstGeom prst="rect">
            <a:avLst/>
          </a:prstGeom>
          <a:noFill/>
          <a:ln>
            <a:noFill/>
          </a:ln>
        </p:spPr>
      </p:pic>
    </p:spTree>
    <p:extLst>
      <p:ext uri="{BB962C8B-B14F-4D97-AF65-F5344CB8AC3E}">
        <p14:creationId xmlns:p14="http://schemas.microsoft.com/office/powerpoint/2010/main" val="1553221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5CC2-73CF-40EA-BD94-1B49F5EC544F}"/>
              </a:ext>
            </a:extLst>
          </p:cNvPr>
          <p:cNvSpPr>
            <a:spLocks noGrp="1"/>
          </p:cNvSpPr>
          <p:nvPr>
            <p:ph type="title"/>
          </p:nvPr>
        </p:nvSpPr>
        <p:spPr/>
        <p:txBody>
          <a:bodyPr/>
          <a:lstStyle/>
          <a:p>
            <a:r>
              <a:rPr lang="en-IN" dirty="0"/>
              <a:t>Thank You</a:t>
            </a:r>
          </a:p>
        </p:txBody>
      </p:sp>
      <p:sp>
        <p:nvSpPr>
          <p:cNvPr id="3" name="Subtitle 2">
            <a:extLst>
              <a:ext uri="{FF2B5EF4-FFF2-40B4-BE49-F238E27FC236}">
                <a16:creationId xmlns:a16="http://schemas.microsoft.com/office/drawing/2014/main" id="{89668062-3556-43F8-B8E3-B7BB7C07C49D}"/>
              </a:ext>
            </a:extLst>
          </p:cNvPr>
          <p:cNvSpPr>
            <a:spLocks noGrp="1"/>
          </p:cNvSpPr>
          <p:nvPr>
            <p:ph type="subTitle" idx="1"/>
          </p:nvPr>
        </p:nvSpPr>
        <p:spPr/>
        <p:txBody>
          <a:bodyPr/>
          <a:lstStyle/>
          <a:p>
            <a:r>
              <a:rPr lang="en-IN" dirty="0"/>
              <a:t>Questions?</a:t>
            </a:r>
          </a:p>
        </p:txBody>
      </p:sp>
    </p:spTree>
    <p:extLst>
      <p:ext uri="{BB962C8B-B14F-4D97-AF65-F5344CB8AC3E}">
        <p14:creationId xmlns:p14="http://schemas.microsoft.com/office/powerpoint/2010/main" val="2487697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575C-9BDC-4859-A694-862BF2306495}"/>
              </a:ext>
            </a:extLst>
          </p:cNvPr>
          <p:cNvSpPr>
            <a:spLocks noGrp="1"/>
          </p:cNvSpPr>
          <p:nvPr>
            <p:ph type="title"/>
          </p:nvPr>
        </p:nvSpPr>
        <p:spPr>
          <a:xfrm>
            <a:off x="426690" y="393405"/>
            <a:ext cx="9204900" cy="956930"/>
          </a:xfrm>
        </p:spPr>
        <p:txBody>
          <a:bodyPr/>
          <a:lstStyle/>
          <a:p>
            <a:r>
              <a:rPr lang="en-IN" dirty="0"/>
              <a:t>GA operators in New Thought Creation</a:t>
            </a:r>
          </a:p>
        </p:txBody>
      </p:sp>
      <p:pic>
        <p:nvPicPr>
          <p:cNvPr id="4" name="Picture 3">
            <a:extLst>
              <a:ext uri="{FF2B5EF4-FFF2-40B4-BE49-F238E27FC236}">
                <a16:creationId xmlns:a16="http://schemas.microsoft.com/office/drawing/2014/main" id="{27FA78C9-F066-488D-BFC7-AD4232C96C3E}"/>
              </a:ext>
            </a:extLst>
          </p:cNvPr>
          <p:cNvPicPr>
            <a:picLocks noChangeAspect="1"/>
          </p:cNvPicPr>
          <p:nvPr/>
        </p:nvPicPr>
        <p:blipFill>
          <a:blip r:embed="rId2"/>
          <a:stretch>
            <a:fillRect/>
          </a:stretch>
        </p:blipFill>
        <p:spPr>
          <a:xfrm>
            <a:off x="426690" y="1681871"/>
            <a:ext cx="5303550" cy="2204329"/>
          </a:xfrm>
          <a:prstGeom prst="rect">
            <a:avLst/>
          </a:prstGeom>
        </p:spPr>
      </p:pic>
      <p:pic>
        <p:nvPicPr>
          <p:cNvPr id="6" name="Picture 5">
            <a:extLst>
              <a:ext uri="{FF2B5EF4-FFF2-40B4-BE49-F238E27FC236}">
                <a16:creationId xmlns:a16="http://schemas.microsoft.com/office/drawing/2014/main" id="{F7E4B036-E7D2-4A32-B1E1-3E9A0024661C}"/>
              </a:ext>
            </a:extLst>
          </p:cNvPr>
          <p:cNvPicPr>
            <a:picLocks noChangeAspect="1"/>
          </p:cNvPicPr>
          <p:nvPr/>
        </p:nvPicPr>
        <p:blipFill>
          <a:blip r:embed="rId3"/>
          <a:stretch>
            <a:fillRect/>
          </a:stretch>
        </p:blipFill>
        <p:spPr>
          <a:xfrm>
            <a:off x="3382696" y="4055246"/>
            <a:ext cx="6248894" cy="3467179"/>
          </a:xfrm>
          <a:prstGeom prst="rect">
            <a:avLst/>
          </a:prstGeom>
        </p:spPr>
      </p:pic>
    </p:spTree>
    <p:extLst>
      <p:ext uri="{BB962C8B-B14F-4D97-AF65-F5344CB8AC3E}">
        <p14:creationId xmlns:p14="http://schemas.microsoft.com/office/powerpoint/2010/main" val="2779555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5524A-FD2B-4023-B844-CC9EB125F438}"/>
              </a:ext>
            </a:extLst>
          </p:cNvPr>
          <p:cNvSpPr>
            <a:spLocks noGrp="1"/>
          </p:cNvSpPr>
          <p:nvPr>
            <p:ph type="title"/>
          </p:nvPr>
        </p:nvSpPr>
        <p:spPr>
          <a:xfrm>
            <a:off x="426690" y="692127"/>
            <a:ext cx="9204900" cy="722003"/>
          </a:xfrm>
        </p:spPr>
        <p:txBody>
          <a:bodyPr/>
          <a:lstStyle/>
          <a:p>
            <a:r>
              <a:rPr lang="en-IN" dirty="0"/>
              <a:t>GA operators continued</a:t>
            </a:r>
          </a:p>
        </p:txBody>
      </p:sp>
      <p:pic>
        <p:nvPicPr>
          <p:cNvPr id="4" name="Picture 3">
            <a:extLst>
              <a:ext uri="{FF2B5EF4-FFF2-40B4-BE49-F238E27FC236}">
                <a16:creationId xmlns:a16="http://schemas.microsoft.com/office/drawing/2014/main" id="{8DA62C20-C6B7-412A-BC04-9E53D5C7A48C}"/>
              </a:ext>
            </a:extLst>
          </p:cNvPr>
          <p:cNvPicPr>
            <a:picLocks noChangeAspect="1"/>
          </p:cNvPicPr>
          <p:nvPr/>
        </p:nvPicPr>
        <p:blipFill>
          <a:blip r:embed="rId2"/>
          <a:stretch>
            <a:fillRect/>
          </a:stretch>
        </p:blipFill>
        <p:spPr>
          <a:xfrm>
            <a:off x="1566197" y="1619811"/>
            <a:ext cx="6926005" cy="5537243"/>
          </a:xfrm>
          <a:prstGeom prst="rect">
            <a:avLst/>
          </a:prstGeom>
        </p:spPr>
      </p:pic>
    </p:spTree>
    <p:extLst>
      <p:ext uri="{BB962C8B-B14F-4D97-AF65-F5344CB8AC3E}">
        <p14:creationId xmlns:p14="http://schemas.microsoft.com/office/powerpoint/2010/main" val="2113256055"/>
      </p:ext>
    </p:extLst>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1074</TotalTime>
  <Words>1151</Words>
  <Application>Microsoft Office PowerPoint</Application>
  <PresentationFormat>Custom</PresentationFormat>
  <Paragraphs>117</Paragraphs>
  <Slides>16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Roboto Slab</vt:lpstr>
      <vt:lpstr>Calibri</vt:lpstr>
      <vt:lpstr>Roboto</vt:lpstr>
      <vt:lpstr>Arial</vt:lpstr>
      <vt:lpstr>Marina</vt:lpstr>
      <vt:lpstr>PowerPoint Presentation</vt:lpstr>
      <vt:lpstr>Abstract</vt:lpstr>
      <vt:lpstr>Introduction</vt:lpstr>
      <vt:lpstr>Literature Review</vt:lpstr>
      <vt:lpstr>Literature Review</vt:lpstr>
      <vt:lpstr>Basic Genetic Algorithm</vt:lpstr>
      <vt:lpstr>Proposed Work</vt:lpstr>
      <vt:lpstr>Modification to GA</vt:lpstr>
      <vt:lpstr>Implementation on TSP</vt:lpstr>
      <vt:lpstr>Learning Crossover </vt:lpstr>
      <vt:lpstr>Result Analysis</vt:lpstr>
      <vt:lpstr>Result tables for the Paper</vt:lpstr>
      <vt:lpstr>Conclusion</vt:lpstr>
      <vt:lpstr>Thank You</vt:lpstr>
      <vt:lpstr>GA operators in New Thought Creation</vt:lpstr>
      <vt:lpstr>GA operators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Poojangi Gadekar</cp:lastModifiedBy>
  <cp:revision>87</cp:revision>
  <dcterms:modified xsi:type="dcterms:W3CDTF">2021-09-27T13:26:26Z</dcterms:modified>
</cp:coreProperties>
</file>